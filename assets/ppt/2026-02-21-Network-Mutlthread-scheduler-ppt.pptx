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6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63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21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23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0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2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95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49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15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82C31-E8ED-4CA3-91F0-0B6DA979CB23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7A778-4D94-4086-967F-5E0F492EE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90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4019D8-4C31-7E88-63AB-0657C899694C}"/>
              </a:ext>
            </a:extLst>
          </p:cNvPr>
          <p:cNvSpPr/>
          <p:nvPr/>
        </p:nvSpPr>
        <p:spPr>
          <a:xfrm>
            <a:off x="298174" y="205409"/>
            <a:ext cx="7944678" cy="36244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2A8BAC-6F0D-9A9C-7414-A1A426817D62}"/>
              </a:ext>
            </a:extLst>
          </p:cNvPr>
          <p:cNvSpPr/>
          <p:nvPr/>
        </p:nvSpPr>
        <p:spPr>
          <a:xfrm>
            <a:off x="855334" y="685054"/>
            <a:ext cx="1126317" cy="966729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BEBFB7-5ACC-4E6D-F45F-4CD6AA233718}"/>
              </a:ext>
            </a:extLst>
          </p:cNvPr>
          <p:cNvSpPr/>
          <p:nvPr/>
        </p:nvSpPr>
        <p:spPr>
          <a:xfrm>
            <a:off x="855334" y="1963913"/>
            <a:ext cx="1126316" cy="966729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Core 2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95F816-6ACA-A06E-2E80-A7CF3C4AFA09}"/>
              </a:ext>
            </a:extLst>
          </p:cNvPr>
          <p:cNvSpPr/>
          <p:nvPr/>
        </p:nvSpPr>
        <p:spPr>
          <a:xfrm>
            <a:off x="4194315" y="994800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E1EC17-D553-DBC8-E9BD-00311EFDA611}"/>
              </a:ext>
            </a:extLst>
          </p:cNvPr>
          <p:cNvSpPr/>
          <p:nvPr/>
        </p:nvSpPr>
        <p:spPr>
          <a:xfrm>
            <a:off x="4810540" y="994800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741FD4-CC18-8FF1-9EFA-57D2A09EC305}"/>
              </a:ext>
            </a:extLst>
          </p:cNvPr>
          <p:cNvSpPr/>
          <p:nvPr/>
        </p:nvSpPr>
        <p:spPr>
          <a:xfrm>
            <a:off x="5426765" y="994800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4D727-89CF-5914-5AF8-25259AE413A3}"/>
              </a:ext>
            </a:extLst>
          </p:cNvPr>
          <p:cNvSpPr txBox="1"/>
          <p:nvPr/>
        </p:nvSpPr>
        <p:spPr>
          <a:xfrm>
            <a:off x="3019549" y="977060"/>
            <a:ext cx="1417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우선순위 </a:t>
            </a:r>
            <a:r>
              <a:rPr lang="en-US" altLang="ko-KR" sz="1400" dirty="0"/>
              <a:t>12</a:t>
            </a:r>
            <a:br>
              <a:rPr lang="en-US" altLang="ko-KR" sz="1400" dirty="0"/>
            </a:br>
            <a:r>
              <a:rPr lang="en-US" altLang="ko-KR" sz="1400" dirty="0"/>
              <a:t>Ready Queue</a:t>
            </a:r>
            <a:endParaRPr lang="ko-KR" altLang="en-US" sz="1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A61A04-2A99-2962-4A09-1B8FDCBBA1C8}"/>
              </a:ext>
            </a:extLst>
          </p:cNvPr>
          <p:cNvSpPr/>
          <p:nvPr/>
        </p:nvSpPr>
        <p:spPr>
          <a:xfrm>
            <a:off x="4194315" y="1710417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DCC87-C1B2-F67A-B830-A9F54A615903}"/>
              </a:ext>
            </a:extLst>
          </p:cNvPr>
          <p:cNvSpPr txBox="1"/>
          <p:nvPr/>
        </p:nvSpPr>
        <p:spPr>
          <a:xfrm>
            <a:off x="3019549" y="1692677"/>
            <a:ext cx="1417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우선순위 </a:t>
            </a:r>
            <a:r>
              <a:rPr lang="en-US" altLang="ko-KR" sz="1400" dirty="0"/>
              <a:t>11</a:t>
            </a:r>
            <a:br>
              <a:rPr lang="en-US" altLang="ko-KR" sz="1400" dirty="0"/>
            </a:br>
            <a:r>
              <a:rPr lang="en-US" altLang="ko-KR" sz="1400" dirty="0"/>
              <a:t>Ready Queue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ED8E7D-6F8D-6559-A9A5-28A6DAA2A798}"/>
              </a:ext>
            </a:extLst>
          </p:cNvPr>
          <p:cNvSpPr/>
          <p:nvPr/>
        </p:nvSpPr>
        <p:spPr>
          <a:xfrm>
            <a:off x="4194315" y="2426034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493DB3-6D1D-3069-4403-2B7EA064EAB7}"/>
              </a:ext>
            </a:extLst>
          </p:cNvPr>
          <p:cNvSpPr/>
          <p:nvPr/>
        </p:nvSpPr>
        <p:spPr>
          <a:xfrm>
            <a:off x="4810540" y="2426034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7BE402-9406-7FAB-7955-9806F77F97DE}"/>
              </a:ext>
            </a:extLst>
          </p:cNvPr>
          <p:cNvSpPr/>
          <p:nvPr/>
        </p:nvSpPr>
        <p:spPr>
          <a:xfrm>
            <a:off x="5426765" y="2426034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23D7DE-FBD0-75AD-5DFE-210CCD02D369}"/>
              </a:ext>
            </a:extLst>
          </p:cNvPr>
          <p:cNvSpPr txBox="1"/>
          <p:nvPr/>
        </p:nvSpPr>
        <p:spPr>
          <a:xfrm>
            <a:off x="3019549" y="2408294"/>
            <a:ext cx="1417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우선순위 </a:t>
            </a:r>
            <a:r>
              <a:rPr lang="en-US" altLang="ko-KR" sz="1400" dirty="0"/>
              <a:t>10</a:t>
            </a:r>
            <a:br>
              <a:rPr lang="en-US" altLang="ko-KR" sz="1400" dirty="0"/>
            </a:br>
            <a:r>
              <a:rPr lang="en-US" altLang="ko-KR" sz="1400" dirty="0"/>
              <a:t>Ready Queue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4B6A13-DF4F-C14D-47E9-B2CC7AC7580F}"/>
              </a:ext>
            </a:extLst>
          </p:cNvPr>
          <p:cNvSpPr/>
          <p:nvPr/>
        </p:nvSpPr>
        <p:spPr>
          <a:xfrm>
            <a:off x="6042990" y="2426034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6359FF-18F1-91BA-11A5-584D634A07A9}"/>
              </a:ext>
            </a:extLst>
          </p:cNvPr>
          <p:cNvSpPr/>
          <p:nvPr/>
        </p:nvSpPr>
        <p:spPr>
          <a:xfrm>
            <a:off x="6659215" y="2426034"/>
            <a:ext cx="616225" cy="522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TCB</a:t>
            </a:r>
            <a:endParaRPr lang="ko-KR" altLang="en-US" dirty="0"/>
          </a:p>
        </p:txBody>
      </p:sp>
      <p:sp>
        <p:nvSpPr>
          <p:cNvPr id="20" name="말풍선: 사각형 19">
            <a:extLst>
              <a:ext uri="{FF2B5EF4-FFF2-40B4-BE49-F238E27FC236}">
                <a16:creationId xmlns:a16="http://schemas.microsoft.com/office/drawing/2014/main" id="{43EEC9D5-5B31-927E-B799-21B8C5205EC8}"/>
              </a:ext>
            </a:extLst>
          </p:cNvPr>
          <p:cNvSpPr/>
          <p:nvPr/>
        </p:nvSpPr>
        <p:spPr>
          <a:xfrm>
            <a:off x="2882349" y="564152"/>
            <a:ext cx="4678018" cy="2799522"/>
          </a:xfrm>
          <a:prstGeom prst="wedgeRectCallout">
            <a:avLst>
              <a:gd name="adj1" fmla="val -67440"/>
              <a:gd name="adj2" fmla="val -335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6FAE36-71F5-2050-AEA0-ED88D5152DFC}"/>
              </a:ext>
            </a:extLst>
          </p:cNvPr>
          <p:cNvSpPr txBox="1"/>
          <p:nvPr/>
        </p:nvSpPr>
        <p:spPr>
          <a:xfrm rot="5400000">
            <a:off x="3383211" y="3007982"/>
            <a:ext cx="52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1D9861-4AA1-D726-CF42-67143BBE9496}"/>
              </a:ext>
            </a:extLst>
          </p:cNvPr>
          <p:cNvSpPr txBox="1"/>
          <p:nvPr/>
        </p:nvSpPr>
        <p:spPr>
          <a:xfrm rot="5400000">
            <a:off x="3383211" y="696195"/>
            <a:ext cx="52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18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30</Words>
  <Application>Microsoft Office PowerPoint</Application>
  <PresentationFormat>와이드스크린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형섭 김</dc:creator>
  <cp:lastModifiedBy>형섭 김</cp:lastModifiedBy>
  <cp:revision>1</cp:revision>
  <dcterms:created xsi:type="dcterms:W3CDTF">2026-02-21T15:39:05Z</dcterms:created>
  <dcterms:modified xsi:type="dcterms:W3CDTF">2026-02-21T15:47:10Z</dcterms:modified>
</cp:coreProperties>
</file>