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37DE-3265-4D69-86F8-B110F3FA41DD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6A6E6-E331-48FA-868A-0314B13C91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37DE-3265-4D69-86F8-B110F3FA41DD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6A6E6-E331-48FA-868A-0314B13C91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366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37DE-3265-4D69-86F8-B110F3FA41DD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6A6E6-E331-48FA-868A-0314B13C91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83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37DE-3265-4D69-86F8-B110F3FA41DD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6A6E6-E331-48FA-868A-0314B13C91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176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37DE-3265-4D69-86F8-B110F3FA41DD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6A6E6-E331-48FA-868A-0314B13C91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282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37DE-3265-4D69-86F8-B110F3FA41DD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6A6E6-E331-48FA-868A-0314B13C91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68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37DE-3265-4D69-86F8-B110F3FA41DD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6A6E6-E331-48FA-868A-0314B13C91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4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37DE-3265-4D69-86F8-B110F3FA41DD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6A6E6-E331-48FA-868A-0314B13C91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42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37DE-3265-4D69-86F8-B110F3FA41DD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6A6E6-E331-48FA-868A-0314B13C91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081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37DE-3265-4D69-86F8-B110F3FA41DD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6A6E6-E331-48FA-868A-0314B13C91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1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37DE-3265-4D69-86F8-B110F3FA41DD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6A6E6-E331-48FA-868A-0314B13C91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087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F37DE-3265-4D69-86F8-B110F3FA41DD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6A6E6-E331-48FA-868A-0314B13C91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933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2F7D9DEC-9868-6BD4-01FA-5749EB43A59F}"/>
              </a:ext>
            </a:extLst>
          </p:cNvPr>
          <p:cNvSpPr/>
          <p:nvPr/>
        </p:nvSpPr>
        <p:spPr>
          <a:xfrm>
            <a:off x="430696" y="490330"/>
            <a:ext cx="7401339" cy="36774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9E5965-5438-485B-C0DC-F4C5CB3FA49C}"/>
              </a:ext>
            </a:extLst>
          </p:cNvPr>
          <p:cNvSpPr/>
          <p:nvPr/>
        </p:nvSpPr>
        <p:spPr>
          <a:xfrm>
            <a:off x="1633578" y="1137016"/>
            <a:ext cx="1351128" cy="2750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2CFF64D-60E0-D0C8-6779-0FB87A64B89F}"/>
              </a:ext>
            </a:extLst>
          </p:cNvPr>
          <p:cNvSpPr/>
          <p:nvPr/>
        </p:nvSpPr>
        <p:spPr>
          <a:xfrm>
            <a:off x="1633578" y="1669148"/>
            <a:ext cx="1351128" cy="11800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155F3D-0BAC-F184-FFCE-01BA278B6937}"/>
              </a:ext>
            </a:extLst>
          </p:cNvPr>
          <p:cNvSpPr txBox="1"/>
          <p:nvPr/>
        </p:nvSpPr>
        <p:spPr>
          <a:xfrm>
            <a:off x="1633578" y="767684"/>
            <a:ext cx="1649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가상메모리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A2F92F-9010-8BB8-D972-715525A2328D}"/>
              </a:ext>
            </a:extLst>
          </p:cNvPr>
          <p:cNvSpPr/>
          <p:nvPr/>
        </p:nvSpPr>
        <p:spPr>
          <a:xfrm>
            <a:off x="5261705" y="1137016"/>
            <a:ext cx="1351128" cy="2750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71FBE31-CEE2-ED6F-5D74-286F6DF85B03}"/>
              </a:ext>
            </a:extLst>
          </p:cNvPr>
          <p:cNvSpPr/>
          <p:nvPr/>
        </p:nvSpPr>
        <p:spPr>
          <a:xfrm>
            <a:off x="5261705" y="2285995"/>
            <a:ext cx="1351128" cy="11800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89274B-1A9D-98B7-251D-9B9E8A1B93C5}"/>
              </a:ext>
            </a:extLst>
          </p:cNvPr>
          <p:cNvSpPr txBox="1"/>
          <p:nvPr/>
        </p:nvSpPr>
        <p:spPr>
          <a:xfrm>
            <a:off x="5261705" y="767684"/>
            <a:ext cx="1649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물리메모리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744385-D547-F570-D062-23E174CA68BE}"/>
              </a:ext>
            </a:extLst>
          </p:cNvPr>
          <p:cNvSpPr txBox="1"/>
          <p:nvPr/>
        </p:nvSpPr>
        <p:spPr>
          <a:xfrm>
            <a:off x="602628" y="2667334"/>
            <a:ext cx="1649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0x00a3b000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E83E15-C22C-AA8A-D16E-5A1D446F1773}"/>
              </a:ext>
            </a:extLst>
          </p:cNvPr>
          <p:cNvSpPr txBox="1"/>
          <p:nvPr/>
        </p:nvSpPr>
        <p:spPr>
          <a:xfrm>
            <a:off x="602629" y="1506348"/>
            <a:ext cx="1649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0x00a3c000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36AA97-73B9-42E6-C7B9-3D7A63CAD85A}"/>
              </a:ext>
            </a:extLst>
          </p:cNvPr>
          <p:cNvSpPr txBox="1"/>
          <p:nvPr/>
        </p:nvSpPr>
        <p:spPr>
          <a:xfrm>
            <a:off x="6612832" y="3288583"/>
            <a:ext cx="1649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0x01fe3000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7DC304-B55F-F3CC-6E8E-96E283941771}"/>
              </a:ext>
            </a:extLst>
          </p:cNvPr>
          <p:cNvSpPr txBox="1"/>
          <p:nvPr/>
        </p:nvSpPr>
        <p:spPr>
          <a:xfrm>
            <a:off x="6612833" y="2155699"/>
            <a:ext cx="1649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0x01fe4000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0CFF63-DA84-FE2E-0D50-CF849BDB2D5E}"/>
              </a:ext>
            </a:extLst>
          </p:cNvPr>
          <p:cNvSpPr txBox="1"/>
          <p:nvPr/>
        </p:nvSpPr>
        <p:spPr>
          <a:xfrm>
            <a:off x="1682680" y="1682448"/>
            <a:ext cx="1649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</a:t>
            </a:r>
            <a:r>
              <a:rPr lang="ko-KR" altLang="en-US" sz="1400" dirty="0"/>
              <a:t>개 </a:t>
            </a:r>
            <a:r>
              <a:rPr lang="en-US" altLang="ko-KR" sz="1400" dirty="0"/>
              <a:t>page(4KB)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68800B-F137-8E0B-7CB1-ACF572209611}"/>
              </a:ext>
            </a:extLst>
          </p:cNvPr>
          <p:cNvSpPr txBox="1"/>
          <p:nvPr/>
        </p:nvSpPr>
        <p:spPr>
          <a:xfrm>
            <a:off x="5261704" y="2309587"/>
            <a:ext cx="1649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</a:t>
            </a:r>
            <a:r>
              <a:rPr lang="ko-KR" altLang="en-US" sz="1400" dirty="0"/>
              <a:t>개 </a:t>
            </a:r>
            <a:r>
              <a:rPr lang="en-US" altLang="ko-KR" sz="1400" dirty="0"/>
              <a:t>frame(4KB)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F490ADF-A2FF-010A-D3A4-C6226C146A59}"/>
              </a:ext>
            </a:extLst>
          </p:cNvPr>
          <p:cNvSpPr/>
          <p:nvPr/>
        </p:nvSpPr>
        <p:spPr>
          <a:xfrm>
            <a:off x="1636542" y="2265306"/>
            <a:ext cx="1348164" cy="21736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0x00a3b</a:t>
            </a:r>
            <a:r>
              <a:rPr lang="en-US" altLang="ko-KR" sz="1600" b="1" dirty="0">
                <a:solidFill>
                  <a:srgbClr val="FFFF00"/>
                </a:solidFill>
              </a:rPr>
              <a:t>aaa</a:t>
            </a:r>
            <a:endParaRPr lang="ko-KR" altLang="en-US" sz="1600" b="1" dirty="0">
              <a:solidFill>
                <a:srgbClr val="FFFF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5EBA7C6-D48E-7B1C-201E-4FF4DC0073F8}"/>
              </a:ext>
            </a:extLst>
          </p:cNvPr>
          <p:cNvSpPr/>
          <p:nvPr/>
        </p:nvSpPr>
        <p:spPr>
          <a:xfrm>
            <a:off x="5261704" y="2836945"/>
            <a:ext cx="1351128" cy="21736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0x01fe3b</a:t>
            </a:r>
            <a:r>
              <a:rPr lang="en-US" altLang="ko-KR" sz="1600" b="1" dirty="0">
                <a:solidFill>
                  <a:srgbClr val="FFFF00"/>
                </a:solidFill>
              </a:rPr>
              <a:t>aaa</a:t>
            </a:r>
            <a:endParaRPr lang="ko-KR" altLang="en-US" sz="1600" b="1" dirty="0">
              <a:solidFill>
                <a:srgbClr val="FFFF00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D216028-C0DD-D675-48A5-08804BB65868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>
            <a:off x="2984706" y="2373987"/>
            <a:ext cx="2276998" cy="5716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5FC0367-B724-48FB-42CF-881095FFBBE0}"/>
              </a:ext>
            </a:extLst>
          </p:cNvPr>
          <p:cNvSpPr txBox="1"/>
          <p:nvPr/>
        </p:nvSpPr>
        <p:spPr>
          <a:xfrm>
            <a:off x="3253234" y="1528561"/>
            <a:ext cx="18568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가상메모리 주소와 물리메모리 주소에서 하위 </a:t>
            </a:r>
            <a:r>
              <a:rPr lang="en-US" altLang="ko-KR" sz="1400" dirty="0"/>
              <a:t>12bit</a:t>
            </a:r>
            <a:r>
              <a:rPr lang="ko-KR" altLang="en-US" sz="1400" dirty="0"/>
              <a:t>는 값이 동일함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567192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4E00E-317B-A382-7313-186A1F715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90CE242C-A7B7-3FE1-7B3E-5EB2ED0BA42E}"/>
              </a:ext>
            </a:extLst>
          </p:cNvPr>
          <p:cNvSpPr/>
          <p:nvPr/>
        </p:nvSpPr>
        <p:spPr>
          <a:xfrm>
            <a:off x="1320800" y="490330"/>
            <a:ext cx="8166100" cy="4170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E4F9D-F57A-0118-5A16-6628EA12CA40}"/>
              </a:ext>
            </a:extLst>
          </p:cNvPr>
          <p:cNvSpPr txBox="1"/>
          <p:nvPr/>
        </p:nvSpPr>
        <p:spPr>
          <a:xfrm>
            <a:off x="6041458" y="702564"/>
            <a:ext cx="332936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TLB(Translation Lookaside Buffer)</a:t>
            </a:r>
            <a:br>
              <a:rPr lang="en-US" altLang="ko-KR" dirty="0"/>
            </a:br>
            <a:r>
              <a:rPr lang="en-US" altLang="ko-KR" sz="1400" dirty="0"/>
              <a:t>tag =</a:t>
            </a:r>
            <a:r>
              <a:rPr lang="ko-KR" altLang="en-US" sz="1400" dirty="0"/>
              <a:t>가상메모리 </a:t>
            </a:r>
            <a:r>
              <a:rPr lang="en-US" altLang="ko-KR" sz="1400" dirty="0"/>
              <a:t>page </a:t>
            </a:r>
            <a:r>
              <a:rPr lang="ko-KR" altLang="en-US" sz="1400" dirty="0"/>
              <a:t>번호</a:t>
            </a:r>
            <a:br>
              <a:rPr lang="en-US" altLang="ko-KR" sz="1400" dirty="0"/>
            </a:br>
            <a:r>
              <a:rPr lang="en-US" altLang="ko-KR" sz="1400" dirty="0"/>
              <a:t>data = </a:t>
            </a:r>
            <a:r>
              <a:rPr lang="ko-KR" altLang="en-US" sz="1400" dirty="0"/>
              <a:t>물리메모리 </a:t>
            </a:r>
            <a:r>
              <a:rPr lang="en-US" altLang="ko-KR" sz="1400" dirty="0"/>
              <a:t>frame </a:t>
            </a:r>
            <a:r>
              <a:rPr lang="ko-KR" altLang="en-US" sz="1400" dirty="0"/>
              <a:t>번호</a:t>
            </a:r>
            <a:endParaRPr lang="en-US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44C679-B425-9316-3B05-CFBD1A434BDC}"/>
              </a:ext>
            </a:extLst>
          </p:cNvPr>
          <p:cNvSpPr txBox="1"/>
          <p:nvPr/>
        </p:nvSpPr>
        <p:spPr>
          <a:xfrm>
            <a:off x="4379917" y="1822667"/>
            <a:ext cx="1963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tag</a:t>
            </a:r>
            <a:r>
              <a:rPr lang="ko-KR" altLang="en-US" sz="1400" dirty="0"/>
              <a:t>로 </a:t>
            </a:r>
            <a:r>
              <a:rPr lang="en-US" altLang="ko-KR" sz="1400" dirty="0"/>
              <a:t>data</a:t>
            </a:r>
            <a:r>
              <a:rPr lang="ko-KR" altLang="en-US" sz="1400" dirty="0"/>
              <a:t>를 찾음 </a:t>
            </a:r>
            <a:r>
              <a:rPr lang="en-US" altLang="ko-KR" sz="1400" dirty="0"/>
              <a:t>(</a:t>
            </a:r>
            <a:r>
              <a:rPr lang="ko-KR" altLang="en-US" sz="1400" dirty="0"/>
              <a:t>병렬로 접근</a:t>
            </a:r>
            <a:r>
              <a:rPr lang="en-US" altLang="ko-KR" sz="1400" dirty="0"/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AC3680-EBEB-4252-E703-B31732BA6012}"/>
              </a:ext>
            </a:extLst>
          </p:cNvPr>
          <p:cNvSpPr txBox="1"/>
          <p:nvPr/>
        </p:nvSpPr>
        <p:spPr>
          <a:xfrm>
            <a:off x="1583126" y="3327364"/>
            <a:ext cx="1856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최종적으로 찾은 물리메모리 주소</a:t>
            </a:r>
            <a:endParaRPr lang="en-US" altLang="ko-KR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3C5296C-B555-EA5C-E881-3FC0046D15EC}"/>
              </a:ext>
            </a:extLst>
          </p:cNvPr>
          <p:cNvSpPr/>
          <p:nvPr/>
        </p:nvSpPr>
        <p:spPr>
          <a:xfrm>
            <a:off x="6689280" y="1539009"/>
            <a:ext cx="957224" cy="276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tag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DDD7F0-1265-631E-C1C3-7C0663AD2BB4}"/>
              </a:ext>
            </a:extLst>
          </p:cNvPr>
          <p:cNvSpPr/>
          <p:nvPr/>
        </p:nvSpPr>
        <p:spPr>
          <a:xfrm>
            <a:off x="7646504" y="1539009"/>
            <a:ext cx="957224" cy="276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data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835CF0-12DA-421E-4668-4B8AE389858D}"/>
              </a:ext>
            </a:extLst>
          </p:cNvPr>
          <p:cNvSpPr/>
          <p:nvPr/>
        </p:nvSpPr>
        <p:spPr>
          <a:xfrm>
            <a:off x="6689280" y="1856319"/>
            <a:ext cx="957224" cy="276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tag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2749216-5C3D-A967-B141-FAE363075EA8}"/>
              </a:ext>
            </a:extLst>
          </p:cNvPr>
          <p:cNvSpPr/>
          <p:nvPr/>
        </p:nvSpPr>
        <p:spPr>
          <a:xfrm>
            <a:off x="7646504" y="1856319"/>
            <a:ext cx="957224" cy="276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data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2BBB91-B31F-49A3-77CC-F56DFAB56B59}"/>
              </a:ext>
            </a:extLst>
          </p:cNvPr>
          <p:cNvSpPr/>
          <p:nvPr/>
        </p:nvSpPr>
        <p:spPr>
          <a:xfrm>
            <a:off x="6689280" y="2169396"/>
            <a:ext cx="957224" cy="276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tag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6E005EF-B879-C121-81CF-949646BBACEA}"/>
              </a:ext>
            </a:extLst>
          </p:cNvPr>
          <p:cNvSpPr/>
          <p:nvPr/>
        </p:nvSpPr>
        <p:spPr>
          <a:xfrm>
            <a:off x="7646504" y="2169396"/>
            <a:ext cx="957224" cy="276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data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DC1463D-3576-4781-FAA3-92E54A8F9E19}"/>
              </a:ext>
            </a:extLst>
          </p:cNvPr>
          <p:cNvSpPr/>
          <p:nvPr/>
        </p:nvSpPr>
        <p:spPr>
          <a:xfrm>
            <a:off x="6689280" y="2486706"/>
            <a:ext cx="957224" cy="276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tag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2B0954D-8B1D-E917-A6FF-360D2D3F3D36}"/>
              </a:ext>
            </a:extLst>
          </p:cNvPr>
          <p:cNvSpPr/>
          <p:nvPr/>
        </p:nvSpPr>
        <p:spPr>
          <a:xfrm>
            <a:off x="7646504" y="2486706"/>
            <a:ext cx="957224" cy="276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data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1C15871-9C48-6BDC-AAC8-6758D28EC911}"/>
              </a:ext>
            </a:extLst>
          </p:cNvPr>
          <p:cNvSpPr/>
          <p:nvPr/>
        </p:nvSpPr>
        <p:spPr>
          <a:xfrm>
            <a:off x="6689280" y="2808801"/>
            <a:ext cx="957224" cy="276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tag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73D1CF3-FAB6-D51A-9131-DCE428407E22}"/>
              </a:ext>
            </a:extLst>
          </p:cNvPr>
          <p:cNvSpPr/>
          <p:nvPr/>
        </p:nvSpPr>
        <p:spPr>
          <a:xfrm>
            <a:off x="7646504" y="2808801"/>
            <a:ext cx="957224" cy="276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data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950B10D-2022-976D-F2CA-9E0DFFB77C4B}"/>
              </a:ext>
            </a:extLst>
          </p:cNvPr>
          <p:cNvSpPr/>
          <p:nvPr/>
        </p:nvSpPr>
        <p:spPr>
          <a:xfrm>
            <a:off x="6689280" y="3126111"/>
            <a:ext cx="957224" cy="276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tag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71E73B4-747D-EA7C-34F5-245F8BD1EAA6}"/>
              </a:ext>
            </a:extLst>
          </p:cNvPr>
          <p:cNvSpPr/>
          <p:nvPr/>
        </p:nvSpPr>
        <p:spPr>
          <a:xfrm>
            <a:off x="7646504" y="3126111"/>
            <a:ext cx="957224" cy="276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data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7C04287-841D-E000-75AC-35D03E34638E}"/>
              </a:ext>
            </a:extLst>
          </p:cNvPr>
          <p:cNvSpPr/>
          <p:nvPr/>
        </p:nvSpPr>
        <p:spPr>
          <a:xfrm>
            <a:off x="1690202" y="2269517"/>
            <a:ext cx="1508723" cy="25763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tag(36bit)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2BB70CE-74A0-5FD8-132E-D428C0FE3913}"/>
              </a:ext>
            </a:extLst>
          </p:cNvPr>
          <p:cNvSpPr/>
          <p:nvPr/>
        </p:nvSpPr>
        <p:spPr>
          <a:xfrm>
            <a:off x="3198925" y="2269517"/>
            <a:ext cx="1095455" cy="25763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offset(12bit)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2E813D-9343-C12C-39BB-06CF8D9210CC}"/>
              </a:ext>
            </a:extLst>
          </p:cNvPr>
          <p:cNvSpPr txBox="1"/>
          <p:nvPr/>
        </p:nvSpPr>
        <p:spPr>
          <a:xfrm>
            <a:off x="1583126" y="1720308"/>
            <a:ext cx="1934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CPU</a:t>
            </a:r>
            <a:r>
              <a:rPr lang="ko-KR" altLang="en-US" sz="1400" dirty="0"/>
              <a:t>가 연산에 사용할 가상메모리 주소</a:t>
            </a:r>
            <a:endParaRPr lang="en-US" altLang="ko-KR" sz="1400" dirty="0"/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99A4730F-D2AA-1CC6-BBB8-EB7F9F9AC590}"/>
              </a:ext>
            </a:extLst>
          </p:cNvPr>
          <p:cNvCxnSpPr>
            <a:cxnSpLocks/>
          </p:cNvCxnSpPr>
          <p:nvPr/>
        </p:nvCxnSpPr>
        <p:spPr>
          <a:xfrm>
            <a:off x="4523646" y="2384433"/>
            <a:ext cx="2164073" cy="880104"/>
          </a:xfrm>
          <a:prstGeom prst="bentConnector3">
            <a:avLst>
              <a:gd name="adj1" fmla="val 67826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05029437-A730-A03A-5408-9F2622D444C4}"/>
              </a:ext>
            </a:extLst>
          </p:cNvPr>
          <p:cNvCxnSpPr>
            <a:cxnSpLocks/>
          </p:cNvCxnSpPr>
          <p:nvPr/>
        </p:nvCxnSpPr>
        <p:spPr>
          <a:xfrm>
            <a:off x="4523646" y="2384433"/>
            <a:ext cx="2164073" cy="562794"/>
          </a:xfrm>
          <a:prstGeom prst="bentConnector3">
            <a:avLst>
              <a:gd name="adj1" fmla="val 67826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AD7C6C5F-C030-0DD1-A4F3-D052DE8DECC2}"/>
              </a:ext>
            </a:extLst>
          </p:cNvPr>
          <p:cNvCxnSpPr>
            <a:cxnSpLocks/>
          </p:cNvCxnSpPr>
          <p:nvPr/>
        </p:nvCxnSpPr>
        <p:spPr>
          <a:xfrm>
            <a:off x="4523646" y="2384433"/>
            <a:ext cx="2164073" cy="240699"/>
          </a:xfrm>
          <a:prstGeom prst="bentConnector3">
            <a:avLst>
              <a:gd name="adj1" fmla="val 67826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30900B9F-3C4D-AFE4-F33F-113AFE666E66}"/>
              </a:ext>
            </a:extLst>
          </p:cNvPr>
          <p:cNvCxnSpPr>
            <a:cxnSpLocks/>
          </p:cNvCxnSpPr>
          <p:nvPr/>
        </p:nvCxnSpPr>
        <p:spPr>
          <a:xfrm flipV="1">
            <a:off x="4523646" y="2307822"/>
            <a:ext cx="2164073" cy="76611"/>
          </a:xfrm>
          <a:prstGeom prst="bentConnector3">
            <a:avLst>
              <a:gd name="adj1" fmla="val 67845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C78387FE-3524-42C1-27BB-05A2FE3C005D}"/>
              </a:ext>
            </a:extLst>
          </p:cNvPr>
          <p:cNvCxnSpPr>
            <a:cxnSpLocks/>
          </p:cNvCxnSpPr>
          <p:nvPr/>
        </p:nvCxnSpPr>
        <p:spPr>
          <a:xfrm flipV="1">
            <a:off x="4523646" y="1994745"/>
            <a:ext cx="2164073" cy="389688"/>
          </a:xfrm>
          <a:prstGeom prst="bentConnector3">
            <a:avLst>
              <a:gd name="adj1" fmla="val 67826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319CA926-EE4F-136C-9A09-C5545DFDEC95}"/>
              </a:ext>
            </a:extLst>
          </p:cNvPr>
          <p:cNvCxnSpPr>
            <a:cxnSpLocks/>
          </p:cNvCxnSpPr>
          <p:nvPr/>
        </p:nvCxnSpPr>
        <p:spPr>
          <a:xfrm flipV="1">
            <a:off x="4523646" y="1677435"/>
            <a:ext cx="2164073" cy="706998"/>
          </a:xfrm>
          <a:prstGeom prst="bentConnector3">
            <a:avLst>
              <a:gd name="adj1" fmla="val 67759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A27B58B-4F1E-BA50-B48B-3924074E5882}"/>
              </a:ext>
            </a:extLst>
          </p:cNvPr>
          <p:cNvSpPr/>
          <p:nvPr/>
        </p:nvSpPr>
        <p:spPr>
          <a:xfrm>
            <a:off x="1688944" y="3908676"/>
            <a:ext cx="1508723" cy="25763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data(36bit)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1983901-8864-4972-7C3D-742560D13812}"/>
              </a:ext>
            </a:extLst>
          </p:cNvPr>
          <p:cNvSpPr/>
          <p:nvPr/>
        </p:nvSpPr>
        <p:spPr>
          <a:xfrm>
            <a:off x="3197667" y="3908676"/>
            <a:ext cx="1095455" cy="25763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offset(12bit)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6EE9957B-D35D-0067-1552-4CCB50A10585}"/>
              </a:ext>
            </a:extLst>
          </p:cNvPr>
          <p:cNvCxnSpPr>
            <a:stCxn id="30" idx="2"/>
            <a:endCxn id="69" idx="2"/>
          </p:cNvCxnSpPr>
          <p:nvPr/>
        </p:nvCxnSpPr>
        <p:spPr>
          <a:xfrm rot="5400000">
            <a:off x="4902538" y="943730"/>
            <a:ext cx="763346" cy="5681810"/>
          </a:xfrm>
          <a:prstGeom prst="bentConnector3">
            <a:avLst>
              <a:gd name="adj1" fmla="val 129947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A26749ED-9108-53CE-EFE4-25DDCB54B79E}"/>
              </a:ext>
            </a:extLst>
          </p:cNvPr>
          <p:cNvCxnSpPr>
            <a:stCxn id="34" idx="2"/>
            <a:endCxn id="70" idx="0"/>
          </p:cNvCxnSpPr>
          <p:nvPr/>
        </p:nvCxnSpPr>
        <p:spPr>
          <a:xfrm flipH="1">
            <a:off x="3745395" y="2527149"/>
            <a:ext cx="1258" cy="138152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982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896</TotalTime>
  <Words>94</Words>
  <Application>Microsoft Office PowerPoint</Application>
  <PresentationFormat>와이드스크린</PresentationFormat>
  <Paragraphs>31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형섭 김</dc:creator>
  <cp:lastModifiedBy>형섭 김</cp:lastModifiedBy>
  <cp:revision>4</cp:revision>
  <dcterms:created xsi:type="dcterms:W3CDTF">2026-03-01T16:23:35Z</dcterms:created>
  <dcterms:modified xsi:type="dcterms:W3CDTF">2026-03-02T07:19:48Z</dcterms:modified>
</cp:coreProperties>
</file>