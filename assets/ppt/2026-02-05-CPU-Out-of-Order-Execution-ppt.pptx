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F79"/>
    <a:srgbClr val="FFD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47793-195B-B718-E274-870D5EA30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5E5BB9-D9F3-B162-3C41-A5B6C8D42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FCBB5A-1244-C53C-6553-E1744DFF7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CBB-3281-46AE-9D11-09E0AECE2A07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976E57-7CE3-0C5E-329F-E188ECAE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744A8C-52FE-DD2F-C4A9-264FF653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081-D989-499D-B4E8-0F0F12943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69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9D1E5-C56F-25B8-04B8-99CB8BBC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58881-75BA-E7D4-9649-6AF1ED966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A335FF-5C47-4773-3FE1-91C1A1482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CBB-3281-46AE-9D11-09E0AECE2A07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FF4AB-E4D2-11D8-F608-55A04521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1BEF6B-DFC1-B31D-CDA8-4115ADBF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081-D989-499D-B4E8-0F0F12943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4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57924-B35B-2B14-EE25-E29AA4298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3DC80D-F82C-9B79-326E-0A7FC2E0C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6B890B-9D8B-CEC8-B84E-24AF1118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CBB-3281-46AE-9D11-09E0AECE2A07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D5C514-A69C-81A6-1ADC-929EB195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7E6D71-4504-6B22-CFF5-FFDAF3C9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081-D989-499D-B4E8-0F0F12943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6E068-81E7-7C44-1846-AC90438CC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64BAB-7986-FBCD-66A9-2398106D3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678C91-126B-5831-E8CF-4DACAAAA9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254F86-304A-DDD2-7CB7-633A5604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CBB-3281-46AE-9D11-09E0AECE2A07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8A6676-5B49-7928-6433-C1F695DC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D7A4AE-0114-0C74-798E-43144C134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081-D989-499D-B4E8-0F0F12943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517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7887D-8798-B55B-499C-D279EA952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11A789-24B4-A805-BE2A-33F879AF4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5B7BFD-0EA9-132D-E0F6-99A7877F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18FF0A-7628-98BF-620A-538CD60FC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E20DB1-9902-8E49-C149-595B26BD44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BF036D-E0F8-E253-3F2C-9C12A4D3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CBB-3281-46AE-9D11-09E0AECE2A07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40DF43-2362-9887-B3F1-51D6D2B7F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37C320-6BE8-48F2-F9E3-2C2FEFC9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081-D989-499D-B4E8-0F0F12943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5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12D79A-7093-9F7C-936F-A74751ACB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1717CD-8B5D-7EAD-98B1-08CAC6FB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CBB-3281-46AE-9D11-09E0AECE2A07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14988C-0F1D-9696-E924-D50956FB7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B7B23A-C292-FA5C-BADD-95A8D5B5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081-D989-499D-B4E8-0F0F12943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13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6A4996-EAC2-BC99-83A8-6D584F43B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CBB-3281-46AE-9D11-09E0AECE2A07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2FED52-C6AB-BCF1-6BF9-BC0B5F2EF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373C3A-3334-E674-D041-971A3FC4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081-D989-499D-B4E8-0F0F12943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30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BDB33-8516-8A90-2520-71EB259C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846EB3-2CFD-FFE0-D08E-963B4A294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47C576-4159-8776-241C-21C20F558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96EF1F-90AD-5B67-92C0-357EBF9A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CBB-3281-46AE-9D11-09E0AECE2A07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6078AA-AE05-A25D-6AC4-9133CD707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C1CA8A-E06C-E463-D411-EA40B2E20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081-D989-499D-B4E8-0F0F12943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AD5DA-6998-DBD3-D7DB-DCF9F74F1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7B6C484-9152-02AA-EEA6-A1D96A6F03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83931-1F2D-4785-96C0-C746FD2B1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DC4DA6-69C4-06F8-B82B-BE3964E3E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CBB-3281-46AE-9D11-09E0AECE2A07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9C8142-AE39-3F6E-2F11-8DF3BA019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C82CFE-F187-7524-D415-8759B3841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081-D989-499D-B4E8-0F0F12943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802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E64D1-1656-72D7-1FDD-5F38AE75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7A2B2F-B3F1-615E-FE1E-CE94247A5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757AEB-C1A9-0773-9063-2E0E42548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CBB-3281-46AE-9D11-09E0AECE2A07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AF162-CEC0-B168-EE79-F3319C892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4F40AA-0F8A-FFE6-6F5C-12CBCA9B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081-D989-499D-B4E8-0F0F12943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501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37EA0BD-E787-CA58-5F1E-E84990D18F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2C1601-6D50-1A34-A9D0-5822822DE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2D1221-48C4-E1A2-C3B9-6B715A3D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CBB-3281-46AE-9D11-09E0AECE2A07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68690D-E6C7-185B-34D4-9AB9679AC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154296-C7C3-440D-0E12-30CBD3F0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B081-D989-499D-B4E8-0F0F12943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67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AF88B43-65DE-88D4-634F-FFB469BE4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CA2947-0026-FBBF-4147-28490E8D0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159CF-798D-743F-C0E5-1DE71C2194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EF7CBB-3281-46AE-9D11-09E0AECE2A07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CCDA72-1C3F-CFCA-23C1-7B2DC5645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37DB7E-A211-07DB-1FAC-F98937CFE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6B081-D989-499D-B4E8-0F0F12943C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403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D84B4666-B762-C43B-58D5-6C7730E1E7E8}"/>
              </a:ext>
            </a:extLst>
          </p:cNvPr>
          <p:cNvSpPr/>
          <p:nvPr/>
        </p:nvSpPr>
        <p:spPr>
          <a:xfrm>
            <a:off x="801757" y="523461"/>
            <a:ext cx="9057861" cy="4366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DBEB84-993B-693E-BD0F-B3063FC8280E}"/>
              </a:ext>
            </a:extLst>
          </p:cNvPr>
          <p:cNvSpPr/>
          <p:nvPr/>
        </p:nvSpPr>
        <p:spPr>
          <a:xfrm>
            <a:off x="976856" y="2060243"/>
            <a:ext cx="1442493" cy="124175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Core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연산 유닛</a:t>
            </a: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C8EFB4E4-06E5-51C3-AEC0-09596B6E02EF}"/>
              </a:ext>
            </a:extLst>
          </p:cNvPr>
          <p:cNvSpPr/>
          <p:nvPr/>
        </p:nvSpPr>
        <p:spPr>
          <a:xfrm>
            <a:off x="2419349" y="1666840"/>
            <a:ext cx="3332094" cy="1398754"/>
          </a:xfrm>
          <a:prstGeom prst="arc">
            <a:avLst>
              <a:gd name="adj1" fmla="val 10904568"/>
              <a:gd name="adj2" fmla="val 16497166"/>
            </a:avLst>
          </a:prstGeom>
          <a:ln w="22225"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7B3F51-133C-1637-BA8D-435C5006881F}"/>
              </a:ext>
            </a:extLst>
          </p:cNvPr>
          <p:cNvSpPr/>
          <p:nvPr/>
        </p:nvSpPr>
        <p:spPr>
          <a:xfrm>
            <a:off x="4153513" y="1269336"/>
            <a:ext cx="1442493" cy="79090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Load Buffer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36DFB0-D3D6-0D4F-307E-48C84B4DE144}"/>
              </a:ext>
            </a:extLst>
          </p:cNvPr>
          <p:cNvSpPr/>
          <p:nvPr/>
        </p:nvSpPr>
        <p:spPr>
          <a:xfrm>
            <a:off x="4113756" y="3241343"/>
            <a:ext cx="1442493" cy="7909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Store Buffer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1DBA6E-7437-FBFB-A3BB-D9292F108BD6}"/>
              </a:ext>
            </a:extLst>
          </p:cNvPr>
          <p:cNvSpPr txBox="1"/>
          <p:nvPr/>
        </p:nvSpPr>
        <p:spPr>
          <a:xfrm>
            <a:off x="2621169" y="1141569"/>
            <a:ext cx="1311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Load</a:t>
            </a:r>
            <a:r>
              <a:rPr lang="ko-KR" altLang="en-US" sz="1400" dirty="0"/>
              <a:t> 완료된 데이터 전달</a:t>
            </a:r>
          </a:p>
        </p:txBody>
      </p:sp>
      <p:sp>
        <p:nvSpPr>
          <p:cNvPr id="29" name="원호 28">
            <a:extLst>
              <a:ext uri="{FF2B5EF4-FFF2-40B4-BE49-F238E27FC236}">
                <a16:creationId xmlns:a16="http://schemas.microsoft.com/office/drawing/2014/main" id="{3423D0BE-CD97-ED91-A542-2F49D91F98FD}"/>
              </a:ext>
            </a:extLst>
          </p:cNvPr>
          <p:cNvSpPr/>
          <p:nvPr/>
        </p:nvSpPr>
        <p:spPr>
          <a:xfrm>
            <a:off x="2419349" y="2296649"/>
            <a:ext cx="3332094" cy="1398754"/>
          </a:xfrm>
          <a:prstGeom prst="arc">
            <a:avLst>
              <a:gd name="adj1" fmla="val 5194033"/>
              <a:gd name="adj2" fmla="val 10862371"/>
            </a:avLst>
          </a:prstGeom>
          <a:ln w="22225"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7EFDEA-9448-015C-18DC-B44B69D83338}"/>
              </a:ext>
            </a:extLst>
          </p:cNvPr>
          <p:cNvSpPr txBox="1"/>
          <p:nvPr/>
        </p:nvSpPr>
        <p:spPr>
          <a:xfrm>
            <a:off x="2621169" y="3695403"/>
            <a:ext cx="1311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연산 완료된 데이터 저장</a:t>
            </a:r>
            <a:endParaRPr lang="ko-KR" altLang="en-US" sz="1400" dirty="0"/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C5AC7F51-88AC-8626-B408-DBA92809CE16}"/>
              </a:ext>
            </a:extLst>
          </p:cNvPr>
          <p:cNvSpPr/>
          <p:nvPr/>
        </p:nvSpPr>
        <p:spPr>
          <a:xfrm>
            <a:off x="4223852" y="2060242"/>
            <a:ext cx="785470" cy="1173775"/>
          </a:xfrm>
          <a:prstGeom prst="arc">
            <a:avLst>
              <a:gd name="adj1" fmla="val 16437463"/>
              <a:gd name="adj2" fmla="val 5181385"/>
            </a:avLst>
          </a:prstGeom>
          <a:ln w="22225"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12C4E2-882A-A7BC-845C-16BE308CFF02}"/>
              </a:ext>
            </a:extLst>
          </p:cNvPr>
          <p:cNvSpPr txBox="1"/>
          <p:nvPr/>
        </p:nvSpPr>
        <p:spPr>
          <a:xfrm>
            <a:off x="5009322" y="2195698"/>
            <a:ext cx="24604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Store-to-Load Forwarding</a:t>
            </a:r>
            <a:br>
              <a:rPr lang="en-US" altLang="ko-KR" sz="1400" dirty="0"/>
            </a:br>
            <a:r>
              <a:rPr lang="en-US" altLang="ko-KR" sz="1400" dirty="0"/>
              <a:t>(Load</a:t>
            </a:r>
            <a:r>
              <a:rPr lang="ko-KR" altLang="en-US" sz="1400" dirty="0"/>
              <a:t> </a:t>
            </a:r>
            <a:r>
              <a:rPr lang="en-US" altLang="ko-KR" sz="1400" dirty="0"/>
              <a:t>Buffer</a:t>
            </a:r>
            <a:r>
              <a:rPr lang="ko-KR" altLang="en-US" sz="1400" dirty="0"/>
              <a:t>에서 필요한 </a:t>
            </a:r>
            <a:br>
              <a:rPr lang="en-US" altLang="ko-KR" sz="1400" dirty="0"/>
            </a:br>
            <a:r>
              <a:rPr lang="ko-KR" altLang="en-US" sz="1400" dirty="0"/>
              <a:t>데이터가 </a:t>
            </a:r>
            <a:r>
              <a:rPr lang="en-US" altLang="ko-KR" sz="1400" dirty="0"/>
              <a:t>Store Buffer</a:t>
            </a:r>
            <a:r>
              <a:rPr lang="ko-KR" altLang="en-US" sz="1400" dirty="0"/>
              <a:t>에 </a:t>
            </a:r>
            <a:br>
              <a:rPr lang="en-US" altLang="ko-KR" sz="1400" dirty="0"/>
            </a:br>
            <a:r>
              <a:rPr lang="ko-KR" altLang="en-US" sz="1400" dirty="0"/>
              <a:t>있으면 전달해줌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3" name="원호 32">
            <a:extLst>
              <a:ext uri="{FF2B5EF4-FFF2-40B4-BE49-F238E27FC236}">
                <a16:creationId xmlns:a16="http://schemas.microsoft.com/office/drawing/2014/main" id="{1B7C1057-5CF6-F47E-271F-9CDEAA7B7C0F}"/>
              </a:ext>
            </a:extLst>
          </p:cNvPr>
          <p:cNvSpPr/>
          <p:nvPr/>
        </p:nvSpPr>
        <p:spPr>
          <a:xfrm>
            <a:off x="3359426" y="1671415"/>
            <a:ext cx="4620102" cy="1958740"/>
          </a:xfrm>
          <a:prstGeom prst="arc">
            <a:avLst>
              <a:gd name="adj1" fmla="val 15947266"/>
              <a:gd name="adj2" fmla="val 15418"/>
            </a:avLst>
          </a:prstGeom>
          <a:ln w="22225"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DA6F85-F3B0-E994-40D8-7A565172144B}"/>
              </a:ext>
            </a:extLst>
          </p:cNvPr>
          <p:cNvSpPr/>
          <p:nvPr/>
        </p:nvSpPr>
        <p:spPr>
          <a:xfrm>
            <a:off x="7913267" y="1141569"/>
            <a:ext cx="1442493" cy="330550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메모리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(L1 Cache, </a:t>
            </a:r>
            <a:r>
              <a:rPr lang="ko-KR" altLang="en-US" dirty="0">
                <a:solidFill>
                  <a:schemeClr val="tx1"/>
                </a:solidFill>
              </a:rPr>
              <a:t>물리메모리 등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4C5F8-2CD8-6B07-C1FA-1D2FE1B7EA3C}"/>
              </a:ext>
            </a:extLst>
          </p:cNvPr>
          <p:cNvSpPr txBox="1"/>
          <p:nvPr/>
        </p:nvSpPr>
        <p:spPr>
          <a:xfrm>
            <a:off x="6094958" y="1388591"/>
            <a:ext cx="1311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데이터 전달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3126E1-418B-5756-66A8-FA598E9BDB5F}"/>
              </a:ext>
            </a:extLst>
          </p:cNvPr>
          <p:cNvSpPr txBox="1"/>
          <p:nvPr/>
        </p:nvSpPr>
        <p:spPr>
          <a:xfrm>
            <a:off x="6078775" y="3663940"/>
            <a:ext cx="1311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데이터 쓰기</a:t>
            </a:r>
          </a:p>
        </p:txBody>
      </p:sp>
      <p:sp>
        <p:nvSpPr>
          <p:cNvPr id="36" name="원호 35">
            <a:extLst>
              <a:ext uri="{FF2B5EF4-FFF2-40B4-BE49-F238E27FC236}">
                <a16:creationId xmlns:a16="http://schemas.microsoft.com/office/drawing/2014/main" id="{D9B0771C-7255-2A6C-3CFD-95F82F7D63C1}"/>
              </a:ext>
            </a:extLst>
          </p:cNvPr>
          <p:cNvSpPr/>
          <p:nvPr/>
        </p:nvSpPr>
        <p:spPr>
          <a:xfrm>
            <a:off x="2835453" y="1705200"/>
            <a:ext cx="5441591" cy="1958740"/>
          </a:xfrm>
          <a:prstGeom prst="arc">
            <a:avLst>
              <a:gd name="adj1" fmla="val 711040"/>
              <a:gd name="adj2" fmla="val 5409396"/>
            </a:avLst>
          </a:prstGeom>
          <a:ln w="22225"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664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1729-E089-88B3-80C6-F654668C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609A98C8-9E69-6487-33B9-FA306F77CCC8}"/>
              </a:ext>
            </a:extLst>
          </p:cNvPr>
          <p:cNvSpPr/>
          <p:nvPr/>
        </p:nvSpPr>
        <p:spPr>
          <a:xfrm>
            <a:off x="424069" y="816925"/>
            <a:ext cx="9031357" cy="38677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987617-376A-CAFB-11D8-9CB7E35F65E5}"/>
              </a:ext>
            </a:extLst>
          </p:cNvPr>
          <p:cNvSpPr/>
          <p:nvPr/>
        </p:nvSpPr>
        <p:spPr>
          <a:xfrm>
            <a:off x="773979" y="2172104"/>
            <a:ext cx="1442493" cy="124175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Core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연산 유닛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4CF664-D541-238D-9AA7-EAA11BA7E16D}"/>
              </a:ext>
            </a:extLst>
          </p:cNvPr>
          <p:cNvSpPr/>
          <p:nvPr/>
        </p:nvSpPr>
        <p:spPr>
          <a:xfrm>
            <a:off x="4153513" y="1269336"/>
            <a:ext cx="1889478" cy="2938229"/>
          </a:xfrm>
          <a:prstGeom prst="rect">
            <a:avLst/>
          </a:prstGeom>
          <a:solidFill>
            <a:srgbClr val="FFDF79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Store Buffer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9ACF21-C389-149A-2E63-176DC7B6111E}"/>
              </a:ext>
            </a:extLst>
          </p:cNvPr>
          <p:cNvSpPr/>
          <p:nvPr/>
        </p:nvSpPr>
        <p:spPr>
          <a:xfrm>
            <a:off x="7588589" y="1269335"/>
            <a:ext cx="1442493" cy="293823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메모리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(L1 Cache, </a:t>
            </a:r>
            <a:r>
              <a:rPr lang="ko-KR" altLang="en-US" dirty="0">
                <a:solidFill>
                  <a:schemeClr val="tx1"/>
                </a:solidFill>
              </a:rPr>
              <a:t>물리메모리 등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AD7306-1863-1316-FE19-FC0615424969}"/>
              </a:ext>
            </a:extLst>
          </p:cNvPr>
          <p:cNvSpPr txBox="1"/>
          <p:nvPr/>
        </p:nvSpPr>
        <p:spPr>
          <a:xfrm>
            <a:off x="6134899" y="2015739"/>
            <a:ext cx="1545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2. </a:t>
            </a:r>
            <a:r>
              <a:rPr lang="ko-KR" altLang="en-US" sz="1400" dirty="0"/>
              <a:t>메모리에 </a:t>
            </a:r>
            <a:br>
              <a:rPr lang="en-US" altLang="ko-KR" sz="1400" dirty="0"/>
            </a:br>
            <a:r>
              <a:rPr lang="ko-KR" altLang="en-US" sz="1400" dirty="0"/>
              <a:t>일괄적으로 </a:t>
            </a:r>
            <a:r>
              <a:rPr lang="en-US" altLang="ko-KR" sz="1400" dirty="0"/>
              <a:t>Flush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A5D64F-7C69-BAD5-2381-A5E6ADF92E1B}"/>
              </a:ext>
            </a:extLst>
          </p:cNvPr>
          <p:cNvSpPr/>
          <p:nvPr/>
        </p:nvSpPr>
        <p:spPr>
          <a:xfrm>
            <a:off x="4348982" y="1769163"/>
            <a:ext cx="1498539" cy="493153"/>
          </a:xfrm>
          <a:prstGeom prst="rect">
            <a:avLst/>
          </a:prstGeom>
          <a:solidFill>
            <a:srgbClr val="FFC000"/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Val1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주소 </a:t>
            </a:r>
            <a:r>
              <a:rPr lang="en-US" altLang="ko-KR" sz="1400" dirty="0">
                <a:solidFill>
                  <a:schemeClr val="tx1"/>
                </a:solidFill>
              </a:rPr>
              <a:t>0x8BEA)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979612-7C9E-7A02-F62A-5292D7BE28DE}"/>
              </a:ext>
            </a:extLst>
          </p:cNvPr>
          <p:cNvSpPr/>
          <p:nvPr/>
        </p:nvSpPr>
        <p:spPr>
          <a:xfrm>
            <a:off x="4348982" y="2345132"/>
            <a:ext cx="1498539" cy="493153"/>
          </a:xfrm>
          <a:prstGeom prst="rect">
            <a:avLst/>
          </a:prstGeom>
          <a:solidFill>
            <a:srgbClr val="FFC000"/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Val2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주소 </a:t>
            </a:r>
            <a:r>
              <a:rPr lang="en-US" altLang="ko-KR" sz="1400" dirty="0">
                <a:solidFill>
                  <a:schemeClr val="tx1"/>
                </a:solidFill>
              </a:rPr>
              <a:t>0x8CD0)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FC165C-E188-4348-9F3C-781C61640BDF}"/>
              </a:ext>
            </a:extLst>
          </p:cNvPr>
          <p:cNvSpPr/>
          <p:nvPr/>
        </p:nvSpPr>
        <p:spPr>
          <a:xfrm>
            <a:off x="4348982" y="2920708"/>
            <a:ext cx="1498539" cy="493153"/>
          </a:xfrm>
          <a:prstGeom prst="rect">
            <a:avLst/>
          </a:prstGeom>
          <a:solidFill>
            <a:srgbClr val="FFC000"/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Val3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주소 </a:t>
            </a:r>
            <a:r>
              <a:rPr lang="en-US" altLang="ko-KR" sz="1400" dirty="0">
                <a:solidFill>
                  <a:schemeClr val="tx1"/>
                </a:solidFill>
              </a:rPr>
              <a:t>0x8CE8)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5D7A2D-FF98-674B-8484-FEA0EBEA7D11}"/>
              </a:ext>
            </a:extLst>
          </p:cNvPr>
          <p:cNvSpPr/>
          <p:nvPr/>
        </p:nvSpPr>
        <p:spPr>
          <a:xfrm>
            <a:off x="4348981" y="3496284"/>
            <a:ext cx="1498539" cy="493153"/>
          </a:xfrm>
          <a:prstGeom prst="rect">
            <a:avLst/>
          </a:prstGeom>
          <a:solidFill>
            <a:srgbClr val="FFC000"/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Val4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주소 </a:t>
            </a:r>
            <a:r>
              <a:rPr lang="en-US" altLang="ko-KR" sz="1400" dirty="0">
                <a:solidFill>
                  <a:schemeClr val="tx1"/>
                </a:solidFill>
              </a:rPr>
              <a:t>0x8B74)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1360B84-819E-10BE-6401-07BE95E7160B}"/>
              </a:ext>
            </a:extLst>
          </p:cNvPr>
          <p:cNvCxnSpPr>
            <a:cxnSpLocks/>
          </p:cNvCxnSpPr>
          <p:nvPr/>
        </p:nvCxnSpPr>
        <p:spPr>
          <a:xfrm>
            <a:off x="2216472" y="2808230"/>
            <a:ext cx="19370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4488E91-2F55-CA7C-458E-DF0D68907DB3}"/>
              </a:ext>
            </a:extLst>
          </p:cNvPr>
          <p:cNvSpPr txBox="1"/>
          <p:nvPr/>
        </p:nvSpPr>
        <p:spPr>
          <a:xfrm>
            <a:off x="2280572" y="2054318"/>
            <a:ext cx="17810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1. </a:t>
            </a:r>
            <a:r>
              <a:rPr lang="ko-KR" altLang="en-US" sz="1400" dirty="0"/>
              <a:t>연산이 </a:t>
            </a:r>
            <a:r>
              <a:rPr lang="ko-KR" altLang="en-US" sz="1400" dirty="0" err="1"/>
              <a:t>완료되는대로</a:t>
            </a:r>
            <a:r>
              <a:rPr lang="ko-KR" altLang="en-US" sz="1400" dirty="0"/>
              <a:t> </a:t>
            </a:r>
            <a:r>
              <a:rPr lang="en-US" altLang="ko-KR" sz="1400" dirty="0"/>
              <a:t>Store Buffer</a:t>
            </a:r>
            <a:r>
              <a:rPr lang="ko-KR" altLang="en-US" sz="1400" dirty="0"/>
              <a:t>에 저장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C56447B8-62C6-7917-DFF4-2D2D95B58B45}"/>
              </a:ext>
            </a:extLst>
          </p:cNvPr>
          <p:cNvCxnSpPr>
            <a:cxnSpLocks/>
          </p:cNvCxnSpPr>
          <p:nvPr/>
        </p:nvCxnSpPr>
        <p:spPr>
          <a:xfrm>
            <a:off x="6042991" y="2808230"/>
            <a:ext cx="15455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53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99</Words>
  <Application>Microsoft Office PowerPoint</Application>
  <PresentationFormat>와이드스크린</PresentationFormat>
  <Paragraphs>18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형섭 김</dc:creator>
  <cp:lastModifiedBy>형섭 김</cp:lastModifiedBy>
  <cp:revision>3</cp:revision>
  <dcterms:created xsi:type="dcterms:W3CDTF">2026-02-07T02:42:31Z</dcterms:created>
  <dcterms:modified xsi:type="dcterms:W3CDTF">2026-02-07T10:55:25Z</dcterms:modified>
</cp:coreProperties>
</file>