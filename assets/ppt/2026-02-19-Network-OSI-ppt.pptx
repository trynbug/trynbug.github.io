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1" r:id="rId1"/>
  </p:sldMasterIdLst>
  <p:sldIdLst>
    <p:sldId id="258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5AB48"/>
    <a:srgbClr val="9FC780"/>
    <a:srgbClr val="ABCE8E"/>
    <a:srgbClr val="C8DFB1"/>
    <a:srgbClr val="4674BF"/>
    <a:srgbClr val="4280BA"/>
    <a:srgbClr val="619DD3"/>
    <a:srgbClr val="95BDE0"/>
    <a:srgbClr val="B2CDE5"/>
    <a:srgbClr val="E5E6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44" d="100"/>
          <a:sy n="144" d="100"/>
        </p:scale>
        <p:origin x="150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A64B76E-B62E-4812-BA7D-825654688684}"/>
              </a:ext>
            </a:extLst>
          </p:cNvPr>
          <p:cNvSpPr/>
          <p:nvPr/>
        </p:nvSpPr>
        <p:spPr>
          <a:xfrm>
            <a:off x="0" y="914400"/>
            <a:ext cx="12192000" cy="5029200"/>
          </a:xfrm>
          <a:prstGeom prst="rect">
            <a:avLst/>
          </a:prstGeom>
          <a:pattFill prst="lgGrid">
            <a:fgClr>
              <a:schemeClr val="tx2">
                <a:lumMod val="10000"/>
                <a:lumOff val="90000"/>
              </a:schemeClr>
            </a:fgClr>
            <a:bgClr>
              <a:schemeClr val="bg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7EF05D1-197A-4EB5-A82C-7DC2425B571D}"/>
              </a:ext>
            </a:extLst>
          </p:cNvPr>
          <p:cNvSpPr/>
          <p:nvPr/>
        </p:nvSpPr>
        <p:spPr>
          <a:xfrm>
            <a:off x="639413" y="2818150"/>
            <a:ext cx="10913175" cy="2571813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CFFE35-CB40-419E-BEDE-1E852C7CCC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6424" y="3154680"/>
            <a:ext cx="9994392" cy="1335024"/>
          </a:xfrm>
        </p:spPr>
        <p:txBody>
          <a:bodyPr anchor="b"/>
          <a:lstStyle>
            <a:lvl1pPr algn="l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566B81-8E0E-4B31-9B8A-AD8615CF52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1184" y="4489704"/>
            <a:ext cx="10009632" cy="768096"/>
          </a:xfrm>
        </p:spPr>
        <p:txBody>
          <a:bodyPr lIns="109728" tIns="109728" rIns="109728" bIns="91440" anchor="ctr"/>
          <a:lstStyle>
            <a:lvl1pPr marL="0" indent="0" algn="l">
              <a:buNone/>
              <a:defRPr sz="2400" b="1" cap="all" spc="6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2E3122-8086-4B62-A94B-822FD6B44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B18AD-F44F-484C-A3D2-C5EF8D94DE24}" type="datetime1">
              <a:rPr lang="en-US" smtClean="0"/>
              <a:t>2/19/2026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4D9890-8F9E-40E4-9E32-1481709B2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EC4A2E-05AC-44E3-B11A-086CA9066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6B81F-97CD-4934-852B-F0AECFD05D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706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999A3-430D-4D78-9DF7-56578715E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1B09F0-EED8-49A3-8DEB-65D7E568F9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733971-B6D0-433D-83AE-34616CE6E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0D2D1-B868-4347-B796-3B5A5EB129FF}" type="datetime1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CA778-7EAA-41F9-B37D-C8E67AE79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F7F5B-F40C-4ECA-9FD3-760EAA21B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EFF4B-E35B-4DE6-97A9-05E54E649A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501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D79C4-5B2D-490C-A3A9-EB977CFAD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413" y="1709738"/>
            <a:ext cx="10913175" cy="2852737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CD5857-FA4D-4A9B-856D-701234DE6F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9413" y="4589463"/>
            <a:ext cx="1091317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B7F6E9-7983-40C8-AB5B-67D364A5F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03C2D-6745-47B6-A29E-FE249DBCE96C}" type="datetime1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1F873F-0C78-4B75-A7F3-78AAA3811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8F4A66-FCCD-4CC0-955A-6FF62FECD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EFF4B-E35B-4DE6-97A9-05E54E649A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093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2A81E-979B-46D7-9D93-0797856AE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13245F-4511-4B93-8CB3-0EC22FD629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9413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BB029B-9D0E-4CB2-9A69-10A2F8C12E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22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F89C47-F724-4908-A6AD-806E765B2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5244C2-3623-4BFB-B9A0-94542302335A}" type="datetime1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8700E8-4086-4363-88E6-CA24CE39E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94F54F-F3CE-42F0-ADD3-F174B9BB0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EFF4B-E35B-4DE6-97A9-05E54E649A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37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4BAB1-26FD-44BF-86E8-57ED04D74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413" y="475488"/>
            <a:ext cx="10908792" cy="685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6FCB96-93C7-4E74-8285-0327A1A26D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9412" y="1904474"/>
            <a:ext cx="5120640" cy="838726"/>
          </a:xfrm>
        </p:spPr>
        <p:txBody>
          <a:bodyPr anchor="b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ADF5A1-7F2F-4B53-9402-85306B9337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9413" y="2969917"/>
            <a:ext cx="5157787" cy="32197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775651-3077-40D2-B167-CAB37859E1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27565" y="1904474"/>
            <a:ext cx="5120640" cy="83872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lang="en-US" sz="1800" b="1" kern="1200" cap="all" spc="15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76D45EC-3B0F-49DC-91BC-2B4E4DA046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27565" y="2969915"/>
            <a:ext cx="5120639" cy="32197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D2B7364-544C-427F-8C26-40E48F77C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03B92-D160-4899-8AEB-23E2AB3EBB07}" type="datetime1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D7AF57-EA04-49AA-91E0-7393B8DB0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EDA6F2-A8DC-49B2-B9D6-7A001FF3F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EFF4B-E35B-4DE6-97A9-05E54E649A15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E567CAD-C446-4819-8D43-D93D35E7998F}"/>
              </a:ext>
            </a:extLst>
          </p:cNvPr>
          <p:cNvCxnSpPr>
            <a:cxnSpLocks/>
          </p:cNvCxnSpPr>
          <p:nvPr/>
        </p:nvCxnSpPr>
        <p:spPr>
          <a:xfrm>
            <a:off x="6096000" y="1613647"/>
            <a:ext cx="0" cy="4515986"/>
          </a:xfrm>
          <a:prstGeom prst="line">
            <a:avLst/>
          </a:prstGeom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123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09AB5-A960-4D82-97A6-922633B79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FFEF6C-EDD1-4573-A6D1-D55824570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A71B3-2886-4196-8AEE-F25AFF1977D5}" type="datetime1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28429F-6359-4950-8C39-80E03A2D2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4B98F5-EE2F-4214-975A-76719DBD2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EFF4B-E35B-4DE6-97A9-05E54E649A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840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239CD7-DA28-4950-958A-9781728CF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7A954-8CB7-411C-B9F4-2C7BBA3637E7}" type="datetime1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5345F2-29FF-4A4D-A577-8FED65D04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A6B79A-87C1-4CB8-BC9B-8705CEC4E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EFF4B-E35B-4DE6-97A9-05E54E649A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5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01454-EF5C-4D4A-95D3-B320D15CA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75488"/>
            <a:ext cx="10908792" cy="685800"/>
          </a:xfrm>
        </p:spPr>
        <p:txBody>
          <a:bodyPr anchor="ctr">
            <a:normAutofit/>
          </a:bodyPr>
          <a:lstStyle>
            <a:lvl1pPr>
              <a:defRPr sz="24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27D4B9-4A42-478A-AEFB-3F5D0629F6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3520" y="1656589"/>
            <a:ext cx="6245352" cy="4204462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5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A2F622-E127-4877-8F61-E5FAE62CD8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9414" y="1656588"/>
            <a:ext cx="4132612" cy="42124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03E8C1-6159-4F82-A5F4-35DDE51E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1446A-20B5-4264-B561-E7D9C581BFC4}" type="datetime1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EC603F-9904-472E-86B9-D7223CAB1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50828B-5598-4BB2-9FC6-86BDC5ECF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EFF4B-E35B-4DE6-97A9-05E54E649A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678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50E4FD-3561-45A0-82BC-1E0F73996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75488"/>
            <a:ext cx="10908792" cy="685800"/>
          </a:xfrm>
        </p:spPr>
        <p:txBody>
          <a:bodyPr anchor="ctr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019FD7-F525-433A-BC5B-E8251F514F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645666"/>
            <a:ext cx="6365684" cy="4215384"/>
          </a:xfrm>
          <a:solidFill>
            <a:srgbClr val="DDDDDD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CCAD49-8534-4DA7-91E6-D2827CBEB2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9414" y="1655064"/>
            <a:ext cx="4132612" cy="421538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1F16CE-96E3-44EC-B9C8-F7FEDA170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44C44C-94B9-4BA1-95A5-21C59D41B284}" type="datetime1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E4BBD5-FCB5-45FF-A806-445007BA0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143AF2-82EC-4A16-9E91-742792F0A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EFF4B-E35B-4DE6-97A9-05E54E649A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6829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EAAC2-5C8E-4AC4-A655-1BBB12DEF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ADEA25-8853-4480-B177-F6FB3A9133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630C9A-FAAB-4907-9074-ED83F2914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897D3-3687-4972-B93C-3CFDF36BF9D2}" type="datetime1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3E74C0-6AA6-4DAA-B696-21A593BFA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7C47E9-9A55-415E-8340-5E2B5BD2D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EFF4B-E35B-4DE6-97A9-05E54E649A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571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5E48E5-4047-441F-8F68-CAA0E5D312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39413" y="365125"/>
            <a:ext cx="7933087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B2861A-99E0-4DD2-8956-9C3A8BCA2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5CAA46-D730-4A32-BF6D-5880ED7B6ED6}" type="datetime1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69F9A7-D5EB-4CB0-ADF9-A2D67864A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334A46-E778-48F1-85FB-88A260599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0EFF4B-E35B-4DE6-97A9-05E54E649A15}" type="slidenum">
              <a:rPr lang="en-US" smtClean="0"/>
              <a:t>‹#›</a:t>
            </a:fld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987D44-2EFA-42B2-8345-F3CB14FC8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827687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43875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AE79F0E-E6F3-4029-A461-CBE56588470B}"/>
              </a:ext>
            </a:extLst>
          </p:cNvPr>
          <p:cNvSpPr/>
          <p:nvPr/>
        </p:nvSpPr>
        <p:spPr>
          <a:xfrm>
            <a:off x="0" y="0"/>
            <a:ext cx="12192000" cy="986306"/>
          </a:xfrm>
          <a:prstGeom prst="rect">
            <a:avLst/>
          </a:prstGeom>
          <a:pattFill prst="lgGrid">
            <a:fgClr>
              <a:schemeClr val="tx2">
                <a:lumMod val="10000"/>
                <a:lumOff val="90000"/>
              </a:schemeClr>
            </a:fgClr>
            <a:bgClr>
              <a:schemeClr val="bg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D5D58A2-1B1F-4DF4-936E-885ECC73E6F0}"/>
              </a:ext>
            </a:extLst>
          </p:cNvPr>
          <p:cNvSpPr/>
          <p:nvPr/>
        </p:nvSpPr>
        <p:spPr>
          <a:xfrm>
            <a:off x="350520" y="279792"/>
            <a:ext cx="11475720" cy="98630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182880" rtlCol="0" anchor="ctr"/>
          <a:lstStyle/>
          <a:p>
            <a:endParaRPr lang="en-US" sz="2400" b="1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D9B9AA-BDD3-49A4-84E0-99DC3EF10A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413" y="476086"/>
            <a:ext cx="10904435" cy="689608"/>
          </a:xfrm>
          <a:prstGeom prst="rect">
            <a:avLst/>
          </a:prstGeom>
        </p:spPr>
        <p:txBody>
          <a:bodyPr lIns="109728" tIns="109728" rIns="109728" bIns="91440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EB1D57-5959-4202-BB86-AFBA794FA5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9412" y="1639615"/>
            <a:ext cx="10904435" cy="4537348"/>
          </a:xfrm>
          <a:prstGeom prst="rect">
            <a:avLst/>
          </a:prstGeom>
        </p:spPr>
        <p:txBody>
          <a:bodyPr lIns="91440" tIns="45720" rIns="91440" bIns="4572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B0E3D2-19DD-4BA8-81DE-A095DB31E1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295738" y="6356350"/>
            <a:ext cx="3033829" cy="365125"/>
          </a:xfrm>
          <a:prstGeom prst="rect">
            <a:avLst/>
          </a:prstGeom>
        </p:spPr>
        <p:txBody>
          <a:bodyPr lIns="91440" tIns="45720" rIns="91440" bIns="45720" anchor="ctr"/>
          <a:lstStyle>
            <a:lvl1pPr algn="r">
              <a:defRPr sz="12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8262A92C-3DD6-4D28-BA90-423F0C949F16}" type="datetime1">
              <a:rPr lang="en-US" smtClean="0"/>
              <a:t>2/19/2026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962D90-3DF7-4BB4-808C-F89E354103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39413" y="6356350"/>
            <a:ext cx="6291108" cy="365125"/>
          </a:xfrm>
          <a:prstGeom prst="rect">
            <a:avLst/>
          </a:prstGeom>
        </p:spPr>
        <p:txBody>
          <a:bodyPr lIns="91440" tIns="45720" rIns="91440" bIns="45720" anchor="ctr"/>
          <a:lstStyle>
            <a:lvl1pPr algn="l">
              <a:defRPr sz="12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76974-1464-4D58-B215-6330057767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07939" y="6356350"/>
            <a:ext cx="844649" cy="365125"/>
          </a:xfrm>
          <a:prstGeom prst="rect">
            <a:avLst/>
          </a:prstGeom>
        </p:spPr>
        <p:txBody>
          <a:bodyPr lIns="91440" tIns="45720" rIns="91440" bIns="45720" anchor="ctr"/>
          <a:lstStyle>
            <a:lvl1pPr algn="r">
              <a:defRPr sz="12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fld id="{E20EFF4B-E35B-4DE6-97A9-05E54E649A1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40789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54" r:id="rId6"/>
    <p:sldLayoutId id="2147483750" r:id="rId7"/>
    <p:sldLayoutId id="2147483751" r:id="rId8"/>
    <p:sldLayoutId id="2147483752" r:id="rId9"/>
    <p:sldLayoutId id="2147483753" r:id="rId10"/>
    <p:sldLayoutId id="2147483755" r:id="rId11"/>
  </p:sldLayoutIdLst>
  <p:hf sldNum="0" hdr="0" ftr="0" dt="0"/>
  <p:txStyles>
    <p:titleStyle>
      <a:lvl1pPr marL="0" algn="l" defTabSz="914400" rtl="0" eaLnBrk="1" latinLnBrk="0" hangingPunct="1">
        <a:lnSpc>
          <a:spcPct val="105000"/>
        </a:lnSpc>
        <a:spcBef>
          <a:spcPct val="0"/>
        </a:spcBef>
        <a:buNone/>
        <a:defRPr lang="en-US" sz="3200" b="1" kern="1200" spc="100" baseline="0" dirty="0" smtClean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4000"/>
        </a:lnSpc>
        <a:spcBef>
          <a:spcPts val="1500"/>
        </a:spcBef>
        <a:buClr>
          <a:schemeClr val="accent2"/>
        </a:buClr>
        <a:buFontTx/>
        <a:buNone/>
        <a:defRPr sz="2000" b="1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14000"/>
        </a:lnSpc>
        <a:spcBef>
          <a:spcPts val="500"/>
        </a:spcBef>
        <a:buClr>
          <a:schemeClr val="accent2"/>
        </a:buClr>
        <a:buFontTx/>
        <a:buNone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14000"/>
        </a:lnSpc>
        <a:spcBef>
          <a:spcPts val="500"/>
        </a:spcBef>
        <a:buClr>
          <a:schemeClr val="accent2"/>
        </a:buClr>
        <a:buFontTx/>
        <a:buNone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14000"/>
        </a:lnSpc>
        <a:spcBef>
          <a:spcPts val="500"/>
        </a:spcBef>
        <a:buClr>
          <a:schemeClr val="accent2"/>
        </a:buClr>
        <a:buFontTx/>
        <a:buNone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14000"/>
        </a:lnSpc>
        <a:spcBef>
          <a:spcPts val="500"/>
        </a:spcBef>
        <a:buClr>
          <a:schemeClr val="accent2"/>
        </a:buClr>
        <a:buFontTx/>
        <a:buNone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직사각형 37">
            <a:extLst>
              <a:ext uri="{FF2B5EF4-FFF2-40B4-BE49-F238E27FC236}">
                <a16:creationId xmlns:a16="http://schemas.microsoft.com/office/drawing/2014/main" id="{BE43EA3A-1E9F-4628-2B0F-4DD42FCB110A}"/>
              </a:ext>
            </a:extLst>
          </p:cNvPr>
          <p:cNvSpPr/>
          <p:nvPr/>
        </p:nvSpPr>
        <p:spPr>
          <a:xfrm>
            <a:off x="828261" y="563217"/>
            <a:ext cx="6977269" cy="55195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6D046EF6-61B2-C3EE-6E31-5896BCB9E8ED}"/>
              </a:ext>
            </a:extLst>
          </p:cNvPr>
          <p:cNvSpPr/>
          <p:nvPr/>
        </p:nvSpPr>
        <p:spPr>
          <a:xfrm>
            <a:off x="1416117" y="1314252"/>
            <a:ext cx="2214979" cy="554303"/>
          </a:xfrm>
          <a:prstGeom prst="roundRect">
            <a:avLst/>
          </a:prstGeom>
          <a:solidFill>
            <a:srgbClr val="DBE9F4"/>
          </a:solidFill>
          <a:ln w="19050"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+mj-ea"/>
                <a:ea typeface="+mj-ea"/>
                <a:cs typeface="ADLaM Display" panose="020F0502020204030204" pitchFamily="2" charset="0"/>
              </a:rPr>
              <a:t>Application</a:t>
            </a:r>
            <a:endParaRPr lang="ko-KR" altLang="en-US" dirty="0">
              <a:solidFill>
                <a:schemeClr val="tx1"/>
              </a:solidFill>
              <a:latin typeface="+mj-ea"/>
              <a:ea typeface="+mj-ea"/>
              <a:cs typeface="ADLaM Display" panose="020F0502020204030204" pitchFamily="2" charset="0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FE980600-649E-607C-2633-65F4F6742B82}"/>
              </a:ext>
            </a:extLst>
          </p:cNvPr>
          <p:cNvSpPr/>
          <p:nvPr/>
        </p:nvSpPr>
        <p:spPr>
          <a:xfrm>
            <a:off x="1416117" y="1937104"/>
            <a:ext cx="2214979" cy="554303"/>
          </a:xfrm>
          <a:prstGeom prst="roundRect">
            <a:avLst/>
          </a:prstGeom>
          <a:solidFill>
            <a:srgbClr val="E5E6EB"/>
          </a:solidFill>
          <a:ln w="19050"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+mj-ea"/>
                <a:ea typeface="+mj-ea"/>
                <a:cs typeface="ADLaM Display" panose="020F0502020204030204" pitchFamily="2" charset="0"/>
              </a:rPr>
              <a:t>Presentation</a:t>
            </a:r>
            <a:endParaRPr lang="ko-KR" altLang="en-US" dirty="0">
              <a:solidFill>
                <a:schemeClr val="tx1"/>
              </a:solidFill>
              <a:latin typeface="+mj-ea"/>
              <a:ea typeface="+mj-ea"/>
              <a:cs typeface="ADLaM Display" panose="020F0502020204030204" pitchFamily="2" charset="0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B22E55F8-FE75-B2F1-07E0-7E1B39335DEB}"/>
              </a:ext>
            </a:extLst>
          </p:cNvPr>
          <p:cNvSpPr/>
          <p:nvPr/>
        </p:nvSpPr>
        <p:spPr>
          <a:xfrm>
            <a:off x="1416117" y="2559956"/>
            <a:ext cx="2214979" cy="554303"/>
          </a:xfrm>
          <a:prstGeom prst="roundRect">
            <a:avLst/>
          </a:prstGeom>
          <a:solidFill>
            <a:srgbClr val="B2CDE5"/>
          </a:solidFill>
          <a:ln w="19050"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+mj-ea"/>
                <a:ea typeface="+mj-ea"/>
                <a:cs typeface="ADLaM Display" panose="020F0502020204030204" pitchFamily="2" charset="0"/>
              </a:rPr>
              <a:t>Session</a:t>
            </a:r>
            <a:endParaRPr lang="ko-KR" altLang="en-US" dirty="0">
              <a:solidFill>
                <a:schemeClr val="tx1"/>
              </a:solidFill>
              <a:latin typeface="+mj-ea"/>
              <a:ea typeface="+mj-ea"/>
              <a:cs typeface="ADLaM Display" panose="020F0502020204030204" pitchFamily="2" charset="0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B65344F-3132-CA67-0B96-B78661853A52}"/>
              </a:ext>
            </a:extLst>
          </p:cNvPr>
          <p:cNvSpPr/>
          <p:nvPr/>
        </p:nvSpPr>
        <p:spPr>
          <a:xfrm>
            <a:off x="1416116" y="3182808"/>
            <a:ext cx="2214979" cy="554303"/>
          </a:xfrm>
          <a:prstGeom prst="roundRect">
            <a:avLst/>
          </a:prstGeom>
          <a:solidFill>
            <a:srgbClr val="95BDE0"/>
          </a:solidFill>
          <a:ln w="19050"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+mj-ea"/>
                <a:ea typeface="+mj-ea"/>
                <a:cs typeface="ADLaM Display" panose="020F0502020204030204" pitchFamily="2" charset="0"/>
              </a:rPr>
              <a:t>Transport</a:t>
            </a:r>
            <a:endParaRPr lang="ko-KR" altLang="en-US" dirty="0">
              <a:solidFill>
                <a:schemeClr val="tx1"/>
              </a:solidFill>
              <a:latin typeface="+mj-ea"/>
              <a:ea typeface="+mj-ea"/>
              <a:cs typeface="ADLaM Display" panose="020F0502020204030204" pitchFamily="2" charset="0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0DD0C0B8-955A-76CF-1A71-DC4226C2D46B}"/>
              </a:ext>
            </a:extLst>
          </p:cNvPr>
          <p:cNvSpPr/>
          <p:nvPr/>
        </p:nvSpPr>
        <p:spPr>
          <a:xfrm>
            <a:off x="1416116" y="3805660"/>
            <a:ext cx="2214979" cy="554303"/>
          </a:xfrm>
          <a:prstGeom prst="roundRect">
            <a:avLst/>
          </a:prstGeom>
          <a:solidFill>
            <a:srgbClr val="619DD3"/>
          </a:solidFill>
          <a:ln w="19050"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+mj-ea"/>
                <a:ea typeface="+mj-ea"/>
                <a:cs typeface="ADLaM Display" panose="020F0502020204030204" pitchFamily="2" charset="0"/>
              </a:rPr>
              <a:t>Network</a:t>
            </a:r>
            <a:endParaRPr lang="ko-KR" altLang="en-US" dirty="0">
              <a:solidFill>
                <a:schemeClr val="tx1"/>
              </a:solidFill>
              <a:latin typeface="+mj-ea"/>
              <a:ea typeface="+mj-ea"/>
              <a:cs typeface="ADLaM Display" panose="020F0502020204030204" pitchFamily="2" charset="0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B995FD12-8C9E-C6F5-676D-51801AA99DD9}"/>
              </a:ext>
            </a:extLst>
          </p:cNvPr>
          <p:cNvSpPr/>
          <p:nvPr/>
        </p:nvSpPr>
        <p:spPr>
          <a:xfrm>
            <a:off x="1416116" y="4428512"/>
            <a:ext cx="2214979" cy="554303"/>
          </a:xfrm>
          <a:prstGeom prst="roundRect">
            <a:avLst/>
          </a:prstGeom>
          <a:solidFill>
            <a:srgbClr val="4280BA"/>
          </a:solidFill>
          <a:ln w="19050"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+mj-ea"/>
                <a:ea typeface="+mj-ea"/>
                <a:cs typeface="ADLaM Display" panose="020F0502020204030204" pitchFamily="2" charset="0"/>
              </a:rPr>
              <a:t>Data Link</a:t>
            </a:r>
            <a:endParaRPr lang="ko-KR" altLang="en-US" dirty="0">
              <a:solidFill>
                <a:schemeClr val="tx1"/>
              </a:solidFill>
              <a:latin typeface="+mj-ea"/>
              <a:ea typeface="+mj-ea"/>
              <a:cs typeface="ADLaM Display" panose="020F0502020204030204" pitchFamily="2" charset="0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CA9B1D72-FF90-0968-7F2B-8FDDC21BA752}"/>
              </a:ext>
            </a:extLst>
          </p:cNvPr>
          <p:cNvSpPr/>
          <p:nvPr/>
        </p:nvSpPr>
        <p:spPr>
          <a:xfrm>
            <a:off x="1416116" y="5051364"/>
            <a:ext cx="2214979" cy="554303"/>
          </a:xfrm>
          <a:prstGeom prst="roundRect">
            <a:avLst/>
          </a:prstGeom>
          <a:solidFill>
            <a:srgbClr val="4674BF"/>
          </a:solidFill>
          <a:ln w="19050"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+mj-ea"/>
                <a:ea typeface="+mj-ea"/>
                <a:cs typeface="ADLaM Display" panose="020F0502020204030204" pitchFamily="2" charset="0"/>
              </a:rPr>
              <a:t>Physical</a:t>
            </a:r>
            <a:endParaRPr lang="ko-KR" altLang="en-US" dirty="0">
              <a:solidFill>
                <a:schemeClr val="tx1"/>
              </a:solidFill>
              <a:latin typeface="+mj-ea"/>
              <a:ea typeface="+mj-ea"/>
              <a:cs typeface="ADLaM Display" panose="020F0502020204030204" pitchFamily="2" charset="0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A7F21D53-EFF7-8293-0C97-239AFFE09D58}"/>
              </a:ext>
            </a:extLst>
          </p:cNvPr>
          <p:cNvSpPr/>
          <p:nvPr/>
        </p:nvSpPr>
        <p:spPr>
          <a:xfrm>
            <a:off x="4921316" y="1314252"/>
            <a:ext cx="2214979" cy="1800007"/>
          </a:xfrm>
          <a:prstGeom prst="roundRect">
            <a:avLst/>
          </a:prstGeom>
          <a:solidFill>
            <a:srgbClr val="C8DFB1"/>
          </a:solidFill>
          <a:ln w="19050"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+mj-ea"/>
                <a:ea typeface="+mj-ea"/>
                <a:cs typeface="ADLaM Display" panose="020F0502020204030204" pitchFamily="2" charset="0"/>
              </a:rPr>
              <a:t>Application</a:t>
            </a:r>
            <a:endParaRPr lang="ko-KR" altLang="en-US" dirty="0">
              <a:solidFill>
                <a:schemeClr val="tx1"/>
              </a:solidFill>
              <a:latin typeface="+mj-ea"/>
              <a:ea typeface="+mj-ea"/>
              <a:cs typeface="ADLaM Display" panose="020F0502020204030204" pitchFamily="2" charset="0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FEEAEC19-4F4D-BF43-ECA6-8075DBDAE34C}"/>
              </a:ext>
            </a:extLst>
          </p:cNvPr>
          <p:cNvSpPr/>
          <p:nvPr/>
        </p:nvSpPr>
        <p:spPr>
          <a:xfrm>
            <a:off x="4921315" y="3182808"/>
            <a:ext cx="2214979" cy="554303"/>
          </a:xfrm>
          <a:prstGeom prst="roundRect">
            <a:avLst/>
          </a:prstGeom>
          <a:solidFill>
            <a:srgbClr val="ABCE8E"/>
          </a:solidFill>
          <a:ln w="19050"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+mj-ea"/>
                <a:ea typeface="+mj-ea"/>
                <a:cs typeface="ADLaM Display" panose="020F0502020204030204" pitchFamily="2" charset="0"/>
              </a:rPr>
              <a:t>Transport</a:t>
            </a:r>
            <a:endParaRPr lang="ko-KR" altLang="en-US" dirty="0">
              <a:solidFill>
                <a:schemeClr val="tx1"/>
              </a:solidFill>
              <a:latin typeface="+mj-ea"/>
              <a:ea typeface="+mj-ea"/>
              <a:cs typeface="ADLaM Display" panose="020F0502020204030204" pitchFamily="2" charset="0"/>
            </a:endParaRP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E0F86F6D-1D54-20AA-B02B-C4A6E92C8197}"/>
              </a:ext>
            </a:extLst>
          </p:cNvPr>
          <p:cNvSpPr/>
          <p:nvPr/>
        </p:nvSpPr>
        <p:spPr>
          <a:xfrm>
            <a:off x="4921315" y="3805659"/>
            <a:ext cx="2214979" cy="554303"/>
          </a:xfrm>
          <a:prstGeom prst="roundRect">
            <a:avLst/>
          </a:prstGeom>
          <a:solidFill>
            <a:srgbClr val="9FC780"/>
          </a:solidFill>
          <a:ln w="19050"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+mj-ea"/>
                <a:ea typeface="+mj-ea"/>
                <a:cs typeface="ADLaM Display" panose="020F0502020204030204" pitchFamily="2" charset="0"/>
              </a:rPr>
              <a:t>Internet</a:t>
            </a:r>
            <a:endParaRPr lang="ko-KR" altLang="en-US" dirty="0">
              <a:solidFill>
                <a:schemeClr val="tx1"/>
              </a:solidFill>
              <a:latin typeface="+mj-ea"/>
              <a:ea typeface="+mj-ea"/>
              <a:cs typeface="ADLaM Display" panose="020F0502020204030204" pitchFamily="2" charset="0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E91119A3-D27F-074A-CBAA-1E86A3CA96F0}"/>
              </a:ext>
            </a:extLst>
          </p:cNvPr>
          <p:cNvSpPr/>
          <p:nvPr/>
        </p:nvSpPr>
        <p:spPr>
          <a:xfrm>
            <a:off x="4921314" y="4428510"/>
            <a:ext cx="2214979" cy="1177157"/>
          </a:xfrm>
          <a:prstGeom prst="roundRect">
            <a:avLst/>
          </a:prstGeom>
          <a:solidFill>
            <a:srgbClr val="75AB48"/>
          </a:solidFill>
          <a:ln w="19050"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+mj-ea"/>
                <a:ea typeface="+mj-ea"/>
                <a:cs typeface="ADLaM Display" panose="020F0502020204030204" pitchFamily="2" charset="0"/>
              </a:rPr>
              <a:t>Network Access</a:t>
            </a:r>
            <a:endParaRPr lang="ko-KR" altLang="en-US" dirty="0">
              <a:solidFill>
                <a:schemeClr val="tx1"/>
              </a:solidFill>
              <a:latin typeface="+mj-ea"/>
              <a:ea typeface="+mj-ea"/>
              <a:cs typeface="ADLaM Display" panose="020F0502020204030204" pitchFamily="2" charset="0"/>
            </a:endParaRP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EE823F3F-905C-D25C-9C50-72D7DD248574}"/>
              </a:ext>
            </a:extLst>
          </p:cNvPr>
          <p:cNvCxnSpPr>
            <a:cxnSpLocks/>
          </p:cNvCxnSpPr>
          <p:nvPr/>
        </p:nvCxnSpPr>
        <p:spPr>
          <a:xfrm>
            <a:off x="3749901" y="2213113"/>
            <a:ext cx="1126898" cy="0"/>
          </a:xfrm>
          <a:prstGeom prst="straightConnector1">
            <a:avLst/>
          </a:prstGeom>
          <a:ln w="31750">
            <a:headEnd type="triangle"/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873CE146-8018-A821-1429-FAFC181DA501}"/>
              </a:ext>
            </a:extLst>
          </p:cNvPr>
          <p:cNvCxnSpPr/>
          <p:nvPr/>
        </p:nvCxnSpPr>
        <p:spPr>
          <a:xfrm>
            <a:off x="3696183" y="3429000"/>
            <a:ext cx="1181791" cy="0"/>
          </a:xfrm>
          <a:prstGeom prst="straightConnector1">
            <a:avLst/>
          </a:prstGeom>
          <a:ln w="31750">
            <a:headEnd type="triangle"/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BBEA7D21-AB1E-D530-5D2E-4347844C1C2C}"/>
              </a:ext>
            </a:extLst>
          </p:cNvPr>
          <p:cNvCxnSpPr/>
          <p:nvPr/>
        </p:nvCxnSpPr>
        <p:spPr>
          <a:xfrm>
            <a:off x="3696183" y="4075043"/>
            <a:ext cx="1181791" cy="0"/>
          </a:xfrm>
          <a:prstGeom prst="straightConnector1">
            <a:avLst/>
          </a:prstGeom>
          <a:ln w="31750">
            <a:headEnd type="triangle"/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CC48E7AB-BCE0-EA30-4C95-2FB80227FD5C}"/>
              </a:ext>
            </a:extLst>
          </p:cNvPr>
          <p:cNvCxnSpPr>
            <a:cxnSpLocks/>
          </p:cNvCxnSpPr>
          <p:nvPr/>
        </p:nvCxnSpPr>
        <p:spPr>
          <a:xfrm>
            <a:off x="3749901" y="5002693"/>
            <a:ext cx="1126898" cy="0"/>
          </a:xfrm>
          <a:prstGeom prst="straightConnector1">
            <a:avLst/>
          </a:prstGeom>
          <a:ln w="31750">
            <a:headEnd type="triangle"/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D1D50DE-4B39-4DE1-507F-4B56A7A23D22}"/>
              </a:ext>
            </a:extLst>
          </p:cNvPr>
          <p:cNvSpPr txBox="1"/>
          <p:nvPr/>
        </p:nvSpPr>
        <p:spPr>
          <a:xfrm>
            <a:off x="1537373" y="845593"/>
            <a:ext cx="25179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OSI 7 LAYER</a:t>
            </a:r>
            <a:endParaRPr lang="ko-KR" altLang="en-US" sz="2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2C28CBA-2106-D334-E815-A5CF6BAF8F49}"/>
              </a:ext>
            </a:extLst>
          </p:cNvPr>
          <p:cNvSpPr txBox="1"/>
          <p:nvPr/>
        </p:nvSpPr>
        <p:spPr>
          <a:xfrm>
            <a:off x="4876799" y="845593"/>
            <a:ext cx="25179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HY견고딕" panose="02030600000101010101" pitchFamily="18" charset="-127"/>
                <a:ea typeface="HY견고딕" panose="02030600000101010101" pitchFamily="18" charset="-127"/>
              </a:rPr>
              <a:t>TCP/IP 4 LAYER</a:t>
            </a:r>
            <a:endParaRPr lang="ko-KR" altLang="en-US" sz="2000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cxnSp>
        <p:nvCxnSpPr>
          <p:cNvPr id="23" name="연결선: 꺾임 22">
            <a:extLst>
              <a:ext uri="{FF2B5EF4-FFF2-40B4-BE49-F238E27FC236}">
                <a16:creationId xmlns:a16="http://schemas.microsoft.com/office/drawing/2014/main" id="{AB6E0B38-90B0-CF3B-5F3D-A050C1D09B65}"/>
              </a:ext>
            </a:extLst>
          </p:cNvPr>
          <p:cNvCxnSpPr>
            <a:cxnSpLocks/>
            <a:stCxn id="2" idx="3"/>
            <a:endCxn id="5" idx="3"/>
          </p:cNvCxnSpPr>
          <p:nvPr/>
        </p:nvCxnSpPr>
        <p:spPr>
          <a:xfrm>
            <a:off x="3631096" y="1591404"/>
            <a:ext cx="12700" cy="1245704"/>
          </a:xfrm>
          <a:prstGeom prst="bentConnector3">
            <a:avLst>
              <a:gd name="adj1" fmla="val 860866"/>
            </a:avLst>
          </a:prstGeom>
          <a:ln w="19050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DB20F2D4-9BFD-7EAE-7B22-A8C6F38F46DD}"/>
              </a:ext>
            </a:extLst>
          </p:cNvPr>
          <p:cNvCxnSpPr>
            <a:cxnSpLocks/>
            <a:stCxn id="8" idx="3"/>
            <a:endCxn id="9" idx="3"/>
          </p:cNvCxnSpPr>
          <p:nvPr/>
        </p:nvCxnSpPr>
        <p:spPr>
          <a:xfrm>
            <a:off x="3631095" y="4705664"/>
            <a:ext cx="12700" cy="622852"/>
          </a:xfrm>
          <a:prstGeom prst="bentConnector3">
            <a:avLst>
              <a:gd name="adj1" fmla="val 860866"/>
            </a:avLst>
          </a:prstGeom>
          <a:ln w="19050"/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5301306"/>
      </p:ext>
    </p:extLst>
  </p:cSld>
  <p:clrMapOvr>
    <a:masterClrMapping/>
  </p:clrMapOvr>
</p:sld>
</file>

<file path=ppt/theme/theme1.xml><?xml version="1.0" encoding="utf-8"?>
<a:theme xmlns:a="http://schemas.openxmlformats.org/drawingml/2006/main" name="MeiryoVTI">
  <a:themeElements>
    <a:clrScheme name="Meiryo">
      <a:dk1>
        <a:srgbClr val="232323"/>
      </a:dk1>
      <a:lt1>
        <a:srgbClr val="FFFFFF"/>
      </a:lt1>
      <a:dk2>
        <a:srgbClr val="231B23"/>
      </a:dk2>
      <a:lt2>
        <a:srgbClr val="FCF5E5"/>
      </a:lt2>
      <a:accent1>
        <a:srgbClr val="FDA431"/>
      </a:accent1>
      <a:accent2>
        <a:srgbClr val="4DA1A8"/>
      </a:accent2>
      <a:accent3>
        <a:srgbClr val="B9D587"/>
      </a:accent3>
      <a:accent4>
        <a:srgbClr val="E8BD32"/>
      </a:accent4>
      <a:accent5>
        <a:srgbClr val="809EC2"/>
      </a:accent5>
      <a:accent6>
        <a:srgbClr val="E3ADB6"/>
      </a:accent6>
      <a:hlink>
        <a:srgbClr val="34ADB6"/>
      </a:hlink>
      <a:folHlink>
        <a:srgbClr val="B2B2B2"/>
      </a:folHlink>
    </a:clrScheme>
    <a:fontScheme name="Meiryo UI">
      <a:majorFont>
        <a:latin typeface="Malgun Gothic"/>
        <a:ea typeface=""/>
        <a:cs typeface=""/>
      </a:majorFont>
      <a:minorFont>
        <a:latin typeface="Malgun Gothic Semi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iryoVTI" id="{3EF0B2FA-4C70-4C56-AE0C-16E6000BE750}" vid="{C80AAF17-7084-4B19-8ADF-AE8F46812F2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</TotalTime>
  <Words>21</Words>
  <Application>Microsoft Office PowerPoint</Application>
  <PresentationFormat>와이드스크린</PresentationFormat>
  <Paragraphs>13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8" baseType="lpstr">
      <vt:lpstr>HY견고딕</vt:lpstr>
      <vt:lpstr>Meiryo</vt:lpstr>
      <vt:lpstr>Malgun Gothic</vt:lpstr>
      <vt:lpstr>Malgun Gothic Semilight</vt:lpstr>
      <vt:lpstr>Arial</vt:lpstr>
      <vt:lpstr>Wingdings</vt:lpstr>
      <vt:lpstr>MeiryoVTI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형섭 김</dc:creator>
  <cp:lastModifiedBy>형섭 김</cp:lastModifiedBy>
  <cp:revision>2</cp:revision>
  <dcterms:created xsi:type="dcterms:W3CDTF">2026-02-19T02:59:06Z</dcterms:created>
  <dcterms:modified xsi:type="dcterms:W3CDTF">2026-02-19T08:44:05Z</dcterms:modified>
</cp:coreProperties>
</file>