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64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44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81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21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9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82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31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37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0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57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2DE974E-03F2-4E57-92C9-430924163998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C31A6-AFCC-4DE2-AA63-E728B73A1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44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D463D61-4515-A51F-02C4-F78D4FB7F404}"/>
              </a:ext>
            </a:extLst>
          </p:cNvPr>
          <p:cNvSpPr/>
          <p:nvPr/>
        </p:nvSpPr>
        <p:spPr>
          <a:xfrm>
            <a:off x="427564" y="194261"/>
            <a:ext cx="10558021" cy="277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954262-98BC-9341-8904-96CAFF27B8ED}"/>
              </a:ext>
            </a:extLst>
          </p:cNvPr>
          <p:cNvSpPr/>
          <p:nvPr/>
        </p:nvSpPr>
        <p:spPr>
          <a:xfrm>
            <a:off x="694875" y="729574"/>
            <a:ext cx="10023401" cy="62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F235E3-ADE9-9FAF-798C-27E75AE8EF08}"/>
              </a:ext>
            </a:extLst>
          </p:cNvPr>
          <p:cNvSpPr/>
          <p:nvPr/>
        </p:nvSpPr>
        <p:spPr>
          <a:xfrm>
            <a:off x="694875" y="729574"/>
            <a:ext cx="2640643" cy="626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80bytes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온전한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패킷 데이터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C67786-A72A-6787-BAA1-E125E2B4896C}"/>
              </a:ext>
            </a:extLst>
          </p:cNvPr>
          <p:cNvSpPr/>
          <p:nvPr/>
        </p:nvSpPr>
        <p:spPr>
          <a:xfrm>
            <a:off x="3335518" y="729573"/>
            <a:ext cx="2640643" cy="6263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20bytes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패킷 데이터 중 일부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1474C5-45A5-6E73-731A-316067C75755}"/>
              </a:ext>
            </a:extLst>
          </p:cNvPr>
          <p:cNvSpPr txBox="1"/>
          <p:nvPr/>
        </p:nvSpPr>
        <p:spPr>
          <a:xfrm>
            <a:off x="4401316" y="194261"/>
            <a:ext cx="424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사용자 </a:t>
            </a:r>
            <a:r>
              <a:rPr lang="ko-KR" altLang="en-US" sz="2400" dirty="0" err="1"/>
              <a:t>수신버퍼</a:t>
            </a:r>
            <a:r>
              <a:rPr lang="en-US" altLang="ko-KR" sz="2400" dirty="0"/>
              <a:t>(</a:t>
            </a:r>
            <a:r>
              <a:rPr lang="ko-KR" altLang="en-US" sz="2400" dirty="0"/>
              <a:t>배열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D4CDE-772C-455D-3395-BE484214FA12}"/>
              </a:ext>
            </a:extLst>
          </p:cNvPr>
          <p:cNvSpPr txBox="1"/>
          <p:nvPr/>
        </p:nvSpPr>
        <p:spPr>
          <a:xfrm>
            <a:off x="636092" y="1982202"/>
            <a:ext cx="4855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80bytes</a:t>
            </a:r>
            <a:r>
              <a:rPr lang="ko-KR" altLang="en-US" dirty="0"/>
              <a:t>를 처리한 다음 나머지 </a:t>
            </a:r>
            <a:r>
              <a:rPr lang="en-US" altLang="ko-KR" dirty="0"/>
              <a:t>20bytes</a:t>
            </a:r>
            <a:r>
              <a:rPr lang="ko-KR" altLang="en-US" dirty="0"/>
              <a:t>를 앞으로 </a:t>
            </a:r>
            <a:r>
              <a:rPr lang="ko-KR" altLang="en-US" dirty="0" err="1"/>
              <a:t>옮겨놔야함</a:t>
            </a:r>
            <a:r>
              <a:rPr lang="en-US" altLang="ko-KR" dirty="0"/>
              <a:t>. </a:t>
            </a:r>
            <a:r>
              <a:rPr lang="ko-KR" altLang="en-US" dirty="0"/>
              <a:t>그래야 </a:t>
            </a:r>
            <a:r>
              <a:rPr lang="ko-KR" altLang="en-US" dirty="0" err="1"/>
              <a:t>수신버퍼</a:t>
            </a:r>
            <a:r>
              <a:rPr lang="ko-KR" altLang="en-US" dirty="0"/>
              <a:t> </a:t>
            </a:r>
            <a:r>
              <a:rPr lang="ko-KR" altLang="en-US" dirty="0" err="1"/>
              <a:t>남은공간이</a:t>
            </a:r>
            <a:r>
              <a:rPr lang="ko-KR" altLang="en-US" dirty="0"/>
              <a:t> 모자라지 않음</a:t>
            </a:r>
          </a:p>
        </p:txBody>
      </p:sp>
      <p:sp>
        <p:nvSpPr>
          <p:cNvPr id="16" name="원호 15">
            <a:extLst>
              <a:ext uri="{FF2B5EF4-FFF2-40B4-BE49-F238E27FC236}">
                <a16:creationId xmlns:a16="http://schemas.microsoft.com/office/drawing/2014/main" id="{40F83176-431A-D96C-743F-467E9AE26A55}"/>
              </a:ext>
            </a:extLst>
          </p:cNvPr>
          <p:cNvSpPr/>
          <p:nvPr/>
        </p:nvSpPr>
        <p:spPr>
          <a:xfrm rot="5400000">
            <a:off x="2094356" y="-563876"/>
            <a:ext cx="1040566" cy="3839528"/>
          </a:xfrm>
          <a:prstGeom prst="arc">
            <a:avLst>
              <a:gd name="adj1" fmla="val 16200000"/>
              <a:gd name="adj2" fmla="val 5376625"/>
            </a:avLst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078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F0B3-881A-C462-4EFF-1F9F5702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D2B078A-8B49-E933-935A-1370DCE8311B}"/>
              </a:ext>
            </a:extLst>
          </p:cNvPr>
          <p:cNvSpPr/>
          <p:nvPr/>
        </p:nvSpPr>
        <p:spPr>
          <a:xfrm>
            <a:off x="179108" y="111882"/>
            <a:ext cx="11199043" cy="26878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672B48-358E-D9B3-5973-08565011C044}"/>
              </a:ext>
            </a:extLst>
          </p:cNvPr>
          <p:cNvSpPr/>
          <p:nvPr/>
        </p:nvSpPr>
        <p:spPr>
          <a:xfrm>
            <a:off x="873984" y="729574"/>
            <a:ext cx="10023401" cy="62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ADB04B-E49F-3EF9-A0A4-04DF115A4D12}"/>
              </a:ext>
            </a:extLst>
          </p:cNvPr>
          <p:cNvSpPr/>
          <p:nvPr/>
        </p:nvSpPr>
        <p:spPr>
          <a:xfrm>
            <a:off x="873984" y="729573"/>
            <a:ext cx="2640643" cy="626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80bytes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온전한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패킷 데이터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739FA8-C9F3-826A-56F0-4ACED3C8C0E5}"/>
              </a:ext>
            </a:extLst>
          </p:cNvPr>
          <p:cNvSpPr/>
          <p:nvPr/>
        </p:nvSpPr>
        <p:spPr>
          <a:xfrm>
            <a:off x="3514627" y="729573"/>
            <a:ext cx="2640643" cy="6263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20bytes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 패킷 데이터 중 일부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68332-576F-7D9C-61AD-AC865C44BC39}"/>
              </a:ext>
            </a:extLst>
          </p:cNvPr>
          <p:cNvSpPr txBox="1"/>
          <p:nvPr/>
        </p:nvSpPr>
        <p:spPr>
          <a:xfrm>
            <a:off x="4580425" y="194261"/>
            <a:ext cx="4242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사용자 </a:t>
            </a:r>
            <a:r>
              <a:rPr lang="ko-KR" altLang="en-US" sz="2400" dirty="0" err="1"/>
              <a:t>수신버퍼</a:t>
            </a:r>
            <a:r>
              <a:rPr lang="en-US" altLang="ko-KR" sz="2400" dirty="0"/>
              <a:t>(</a:t>
            </a:r>
            <a:r>
              <a:rPr lang="ko-KR" altLang="en-US" sz="2400" dirty="0" err="1"/>
              <a:t>링버퍼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B6F88-D901-C17D-9715-BFAC0B62E7C1}"/>
              </a:ext>
            </a:extLst>
          </p:cNvPr>
          <p:cNvSpPr txBox="1"/>
          <p:nvPr/>
        </p:nvSpPr>
        <p:spPr>
          <a:xfrm>
            <a:off x="498618" y="1424863"/>
            <a:ext cx="971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front(1)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7FECD7-2881-48D9-D4A9-59B34288DE3F}"/>
              </a:ext>
            </a:extLst>
          </p:cNvPr>
          <p:cNvSpPr txBox="1"/>
          <p:nvPr/>
        </p:nvSpPr>
        <p:spPr>
          <a:xfrm>
            <a:off x="5845970" y="1389610"/>
            <a:ext cx="810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rear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8192B-FE90-627B-65A3-D430592B349F}"/>
              </a:ext>
            </a:extLst>
          </p:cNvPr>
          <p:cNvSpPr txBox="1"/>
          <p:nvPr/>
        </p:nvSpPr>
        <p:spPr>
          <a:xfrm>
            <a:off x="3146086" y="1418003"/>
            <a:ext cx="971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front(2)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B67F016-1B7F-0A77-FD8A-0771F58578FA}"/>
              </a:ext>
            </a:extLst>
          </p:cNvPr>
          <p:cNvCxnSpPr>
            <a:stCxn id="2" idx="3"/>
            <a:endCxn id="9" idx="1"/>
          </p:cNvCxnSpPr>
          <p:nvPr/>
        </p:nvCxnSpPr>
        <p:spPr>
          <a:xfrm flipV="1">
            <a:off x="1469796" y="1602669"/>
            <a:ext cx="1676290" cy="686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5CC6D9-8B61-4338-C8C7-B4B7EE040B4A}"/>
              </a:ext>
            </a:extLst>
          </p:cNvPr>
          <p:cNvSpPr txBox="1"/>
          <p:nvPr/>
        </p:nvSpPr>
        <p:spPr>
          <a:xfrm>
            <a:off x="319724" y="1758942"/>
            <a:ext cx="4855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80bytes</a:t>
            </a:r>
            <a:r>
              <a:rPr lang="ko-KR" altLang="en-US" dirty="0"/>
              <a:t>를 처리한 다음 </a:t>
            </a:r>
            <a:r>
              <a:rPr lang="en-US" altLang="ko-KR" dirty="0"/>
              <a:t>front</a:t>
            </a:r>
            <a:r>
              <a:rPr lang="ko-KR" altLang="en-US" dirty="0"/>
              <a:t>를 뒤로 옮겨놓는다</a:t>
            </a:r>
            <a:r>
              <a:rPr lang="en-US" altLang="ko-KR" dirty="0"/>
              <a:t>. </a:t>
            </a:r>
            <a:r>
              <a:rPr lang="ko-KR" altLang="en-US" dirty="0"/>
              <a:t>그러면 앞쪽 </a:t>
            </a:r>
            <a:r>
              <a:rPr lang="en-US" altLang="ko-KR" dirty="0"/>
              <a:t>80bytes</a:t>
            </a:r>
            <a:r>
              <a:rPr lang="ko-KR" altLang="en-US" dirty="0"/>
              <a:t>는 빈 공간으로 취급되기 때문에 </a:t>
            </a:r>
            <a:r>
              <a:rPr lang="ko-KR" altLang="en-US" dirty="0" err="1"/>
              <a:t>수신버퍼</a:t>
            </a:r>
            <a:r>
              <a:rPr lang="ko-KR" altLang="en-US" dirty="0"/>
              <a:t> 공간이 부족할 일이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63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03D2-7D68-F30D-A75D-E9ADC64C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3154716-446F-F37B-3BC5-715F743A0E3E}"/>
              </a:ext>
            </a:extLst>
          </p:cNvPr>
          <p:cNvSpPr/>
          <p:nvPr/>
        </p:nvSpPr>
        <p:spPr>
          <a:xfrm>
            <a:off x="263614" y="760995"/>
            <a:ext cx="11027422" cy="24459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CBEA53-8024-FF7A-7E82-16C85F2E7F8C}"/>
              </a:ext>
            </a:extLst>
          </p:cNvPr>
          <p:cNvSpPr/>
          <p:nvPr/>
        </p:nvSpPr>
        <p:spPr>
          <a:xfrm>
            <a:off x="8488695" y="1257810"/>
            <a:ext cx="1974654" cy="14486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en-US" altLang="ko-KR" sz="1600" dirty="0">
                <a:solidFill>
                  <a:schemeClr val="tx1"/>
                </a:solidFill>
              </a:rPr>
              <a:t> Packet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    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char</a:t>
            </a:r>
            <a:r>
              <a:rPr lang="en-US" altLang="ko-KR" sz="1600" dirty="0">
                <a:solidFill>
                  <a:schemeClr val="tx1"/>
                </a:solidFill>
              </a:rPr>
              <a:t> data[SIZE];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    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</a:rPr>
              <a:t>use_count</a:t>
            </a:r>
            <a:r>
              <a:rPr lang="en-US" altLang="ko-KR" sz="1600" dirty="0">
                <a:solidFill>
                  <a:schemeClr val="tx1"/>
                </a:solidFill>
              </a:rPr>
              <a:t>;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}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D7DF41-6118-F044-773B-F7E98F2154C7}"/>
              </a:ext>
            </a:extLst>
          </p:cNvPr>
          <p:cNvSpPr/>
          <p:nvPr/>
        </p:nvSpPr>
        <p:spPr>
          <a:xfrm>
            <a:off x="3169064" y="1158661"/>
            <a:ext cx="2647179" cy="4547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Thread-Safe-Queue&lt;Packet*&gt;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7FA7E4-DDF4-C0DC-DCA0-55C99677B9E0}"/>
              </a:ext>
            </a:extLst>
          </p:cNvPr>
          <p:cNvSpPr txBox="1"/>
          <p:nvPr/>
        </p:nvSpPr>
        <p:spPr>
          <a:xfrm>
            <a:off x="8222405" y="898280"/>
            <a:ext cx="288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보낼 데이터가 담긴 패킷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5FDF3-0D5E-3042-8583-57C8187B16E9}"/>
              </a:ext>
            </a:extLst>
          </p:cNvPr>
          <p:cNvSpPr txBox="1"/>
          <p:nvPr/>
        </p:nvSpPr>
        <p:spPr>
          <a:xfrm>
            <a:off x="496612" y="1158661"/>
            <a:ext cx="2736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소켓</a:t>
            </a:r>
            <a:r>
              <a:rPr lang="en-US" altLang="ko-KR" dirty="0"/>
              <a:t>1</a:t>
            </a:r>
            <a:r>
              <a:rPr lang="ko-KR" altLang="en-US" dirty="0"/>
              <a:t>의 </a:t>
            </a:r>
            <a:r>
              <a:rPr lang="ko-KR" altLang="en-US" dirty="0" err="1"/>
              <a:t>보낼패킷</a:t>
            </a:r>
            <a:r>
              <a:rPr lang="ko-KR" altLang="en-US" dirty="0"/>
              <a:t> </a:t>
            </a:r>
            <a:r>
              <a:rPr lang="en-US" altLang="ko-KR" dirty="0"/>
              <a:t>Queue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D1190B-A24E-E785-6677-1D4FD0B230CF}"/>
              </a:ext>
            </a:extLst>
          </p:cNvPr>
          <p:cNvSpPr/>
          <p:nvPr/>
        </p:nvSpPr>
        <p:spPr>
          <a:xfrm>
            <a:off x="3169064" y="1735604"/>
            <a:ext cx="2647179" cy="4547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Thread-Safe-Queue&lt;Packet*&gt;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E1EEA-9E3D-E4F7-D631-D1273D66D7B7}"/>
              </a:ext>
            </a:extLst>
          </p:cNvPr>
          <p:cNvSpPr txBox="1"/>
          <p:nvPr/>
        </p:nvSpPr>
        <p:spPr>
          <a:xfrm>
            <a:off x="496612" y="1735604"/>
            <a:ext cx="2736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소켓</a:t>
            </a:r>
            <a:r>
              <a:rPr lang="en-US" altLang="ko-KR" dirty="0"/>
              <a:t>2</a:t>
            </a:r>
            <a:r>
              <a:rPr lang="ko-KR" altLang="en-US" dirty="0"/>
              <a:t>의 </a:t>
            </a:r>
            <a:r>
              <a:rPr lang="ko-KR" altLang="en-US" dirty="0" err="1"/>
              <a:t>보낼패킷</a:t>
            </a:r>
            <a:r>
              <a:rPr lang="ko-KR" altLang="en-US" dirty="0"/>
              <a:t> </a:t>
            </a:r>
            <a:r>
              <a:rPr lang="en-US" altLang="ko-KR" dirty="0"/>
              <a:t>Queue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894177-4B90-88E1-206F-2A49604151EC}"/>
              </a:ext>
            </a:extLst>
          </p:cNvPr>
          <p:cNvSpPr/>
          <p:nvPr/>
        </p:nvSpPr>
        <p:spPr>
          <a:xfrm>
            <a:off x="3169064" y="2285205"/>
            <a:ext cx="2647179" cy="4547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Thread-Safe-Queue&lt;Packet*&gt;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15269-AB6C-6125-824D-AA11C186408C}"/>
              </a:ext>
            </a:extLst>
          </p:cNvPr>
          <p:cNvSpPr txBox="1"/>
          <p:nvPr/>
        </p:nvSpPr>
        <p:spPr>
          <a:xfrm>
            <a:off x="496612" y="2285205"/>
            <a:ext cx="2736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소켓</a:t>
            </a:r>
            <a:r>
              <a:rPr lang="en-US" altLang="ko-KR" dirty="0"/>
              <a:t>3</a:t>
            </a:r>
            <a:r>
              <a:rPr lang="ko-KR" altLang="en-US" dirty="0"/>
              <a:t>의 </a:t>
            </a:r>
            <a:r>
              <a:rPr lang="ko-KR" altLang="en-US" dirty="0" err="1"/>
              <a:t>보낼패킷</a:t>
            </a:r>
            <a:r>
              <a:rPr lang="ko-KR" altLang="en-US" dirty="0"/>
              <a:t> </a:t>
            </a:r>
            <a:r>
              <a:rPr lang="en-US" altLang="ko-KR" dirty="0"/>
              <a:t>Queue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713DA0-8433-6DA6-C9FD-646B79630B99}"/>
              </a:ext>
            </a:extLst>
          </p:cNvPr>
          <p:cNvSpPr txBox="1"/>
          <p:nvPr/>
        </p:nvSpPr>
        <p:spPr>
          <a:xfrm rot="5400000">
            <a:off x="1648172" y="2629477"/>
            <a:ext cx="369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…</a:t>
            </a:r>
            <a:endParaRPr lang="ko-KR" altLang="en-US" sz="28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BAE45A3-62E0-C98F-C89F-E9EA983F8236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 flipV="1">
            <a:off x="5816243" y="1386035"/>
            <a:ext cx="2672452" cy="5960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D860F22-B573-B033-2B7B-B590B5D578B2}"/>
              </a:ext>
            </a:extLst>
          </p:cNvPr>
          <p:cNvCxnSpPr>
            <a:cxnSpLocks/>
            <a:stCxn id="4" idx="1"/>
            <a:endCxn id="14" idx="3"/>
          </p:cNvCxnSpPr>
          <p:nvPr/>
        </p:nvCxnSpPr>
        <p:spPr>
          <a:xfrm flipH="1" flipV="1">
            <a:off x="5816243" y="1962978"/>
            <a:ext cx="2672452" cy="191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A20E7B1-06A8-7AFE-0638-860CA2743FA9}"/>
              </a:ext>
            </a:extLst>
          </p:cNvPr>
          <p:cNvCxnSpPr>
            <a:cxnSpLocks/>
            <a:stCxn id="4" idx="1"/>
            <a:endCxn id="16" idx="3"/>
          </p:cNvCxnSpPr>
          <p:nvPr/>
        </p:nvCxnSpPr>
        <p:spPr>
          <a:xfrm flipH="1">
            <a:off x="5816243" y="1982116"/>
            <a:ext cx="2672452" cy="5304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4AF6DB1-D6DC-A63D-A4FE-064A736A7A61}"/>
              </a:ext>
            </a:extLst>
          </p:cNvPr>
          <p:cNvSpPr txBox="1"/>
          <p:nvPr/>
        </p:nvSpPr>
        <p:spPr>
          <a:xfrm>
            <a:off x="6572825" y="1201369"/>
            <a:ext cx="746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삽입</a:t>
            </a:r>
          </a:p>
        </p:txBody>
      </p:sp>
    </p:spTree>
    <p:extLst>
      <p:ext uri="{BB962C8B-B14F-4D97-AF65-F5344CB8AC3E}">
        <p14:creationId xmlns:p14="http://schemas.microsoft.com/office/powerpoint/2010/main" val="3677567442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TM02892315[[fn=줄기]]</Template>
  <TotalTime>602</TotalTime>
  <Words>138</Words>
  <Application>Microsoft Office PowerPoint</Application>
  <PresentationFormat>와이드스크린</PresentationFormat>
  <Paragraphs>23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형섭 김</dc:creator>
  <cp:lastModifiedBy>형섭 김</cp:lastModifiedBy>
  <cp:revision>8</cp:revision>
  <dcterms:created xsi:type="dcterms:W3CDTF">2026-02-27T14:39:43Z</dcterms:created>
  <dcterms:modified xsi:type="dcterms:W3CDTF">2026-02-28T12:32:47Z</dcterms:modified>
</cp:coreProperties>
</file>