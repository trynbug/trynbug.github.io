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EAF7C-4891-5617-C8F2-D925CDBF4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6F21F0-83C5-50D9-DD2A-D32BA9732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EE4E6-FA78-BC0C-A58D-970E0E64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9A0CA2-24FC-D459-E65C-8642DBCE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19EA16-74F5-C793-2F47-980E12EE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92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C34817-B729-AE5D-4BBC-1D98BEFD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D3DAD1-D2CF-2F44-5E5B-0AABB231C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24D98-08E7-02B2-68B6-03DFFA96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07490-707B-AE08-691D-A3EC68F2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4C7F4-CAAB-8271-8247-868C04CE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298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2F961-98A3-A7ED-AE64-BB1976074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BBF24C-6CE3-B7A4-3200-1D57215A7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9D023-9575-183E-42C0-D365A47D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5B937-B81F-E7F5-1DAE-A3000FD84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173B66-DD60-26B7-53BC-FA6F314E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72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D845D-1BF7-411F-09C1-05E97487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0EB118-4CD3-DCA0-727E-F7E1E3D12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355B35-339C-F079-FCF2-609BC210D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753FDC-4E59-6F93-130D-7410F180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4ACD95-749D-1B2E-81DD-762C7285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44DA38-BD69-9B6D-0AF0-90B9E98D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412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0056B-2305-D539-AA74-AE3B9C75B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AFD202-0953-A89B-906B-1A7A9644B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A03E67-3679-C174-4E40-2D1284EB4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E7C8D9-FEF3-DC6D-58EF-14A5A2980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5E5E48-7AC5-B80D-E701-2997DBC4D6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ABA8052-D806-672B-4BB3-16F1BA8FA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5B7B0E-E363-AAAA-7782-FE25DFB4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F5147A-6522-BE4F-B86E-67C118BA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52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B4F69-2D81-5DE4-A2F8-7FC8C552C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7CFC18-9134-8DD8-FEC2-D7AC3324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421C82-A791-371B-157E-4A5B63DA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011457-2D35-A984-4E3E-51DD454F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212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3689E5-6A50-8BDB-74EB-1F36EBD2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F293E1-03DE-24EA-10AA-BEA68F78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6060D-3070-42F4-E199-826D9278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78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68E48-C278-8345-FFAE-8F8C987A4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94C2C-B566-FA80-4AA3-480642A58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1059EE-4147-1272-9990-2714EB357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181DAB-3BE2-B813-C782-8608D968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09625D-BFDD-2682-C63B-1A610C8D1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D9E6C6-18D7-E769-84B5-9EE6F380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9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6E4BE-7CED-12E4-A4A3-18100F26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FC3D225-7931-42F0-326D-9076805DC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419A85-4E00-126E-E0B2-4473E84D3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0707FD-4044-3CAD-78FC-1E0CB9602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B7453E-6D22-5F18-C899-2E318B3E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78353F-793B-7668-9834-9DA30D6C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92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7879E-0004-EFD4-C1FC-5A1D261C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7E4123-9B16-16CE-62FB-234249E3E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5F17D5-11A9-BFFE-0502-C36415D5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65A405-E916-1E02-A56E-D16513A2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36C766-92CA-6893-A037-8ACB9F6F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95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C41757-BB50-5EFC-8B14-8F6AF1D7DC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322387-0E25-CCE9-5C06-88181B116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DDFF34-372A-5D69-F6E0-645A1122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7954F-D704-F857-68B0-588EA206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44EA6D-29B7-F40B-EB4F-0D0AC2AF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7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7F8712-9693-EC23-17AC-280B89C2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9C0B46-FDAC-A1AF-3C6C-794964B0C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E59E-5778-E977-FD7C-FDCDACCC67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AFC55-58E1-4A99-A49C-BD82036ECBB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364DBD-1C0A-EF89-3894-85C35E38D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2FF480-0667-89EE-00A7-D94B82C0F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74B43-6E00-4A5B-9847-942B3CF9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09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87978A-2927-0A92-BA5C-43FD7EB02669}"/>
              </a:ext>
            </a:extLst>
          </p:cNvPr>
          <p:cNvSpPr/>
          <p:nvPr/>
        </p:nvSpPr>
        <p:spPr>
          <a:xfrm>
            <a:off x="214604" y="298580"/>
            <a:ext cx="8677469" cy="6130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442583-5AB4-5E95-0F7B-25022324DE36}"/>
              </a:ext>
            </a:extLst>
          </p:cNvPr>
          <p:cNvCxnSpPr>
            <a:cxnSpLocks/>
          </p:cNvCxnSpPr>
          <p:nvPr/>
        </p:nvCxnSpPr>
        <p:spPr>
          <a:xfrm>
            <a:off x="3246783" y="1192363"/>
            <a:ext cx="0" cy="48725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B99BB1D-E4F8-4E59-AF07-A99757C078E4}"/>
              </a:ext>
            </a:extLst>
          </p:cNvPr>
          <p:cNvCxnSpPr>
            <a:cxnSpLocks/>
          </p:cNvCxnSpPr>
          <p:nvPr/>
        </p:nvCxnSpPr>
        <p:spPr>
          <a:xfrm>
            <a:off x="6096000" y="1192363"/>
            <a:ext cx="0" cy="48725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71BE3D1-22BB-5DD6-4BCE-E1AFC3DA2893}"/>
              </a:ext>
            </a:extLst>
          </p:cNvPr>
          <p:cNvSpPr txBox="1"/>
          <p:nvPr/>
        </p:nvSpPr>
        <p:spPr>
          <a:xfrm>
            <a:off x="2471530" y="748416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클라이언트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BDD299-DE32-3B5C-DF46-50F98BF65BC5}"/>
              </a:ext>
            </a:extLst>
          </p:cNvPr>
          <p:cNvSpPr txBox="1"/>
          <p:nvPr/>
        </p:nvSpPr>
        <p:spPr>
          <a:xfrm>
            <a:off x="5320747" y="748416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서버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0D6D1C8-0E75-74BE-E019-44928D3989CB}"/>
              </a:ext>
            </a:extLst>
          </p:cNvPr>
          <p:cNvCxnSpPr>
            <a:cxnSpLocks/>
          </p:cNvCxnSpPr>
          <p:nvPr/>
        </p:nvCxnSpPr>
        <p:spPr>
          <a:xfrm>
            <a:off x="3299790" y="1570248"/>
            <a:ext cx="2726191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030B16C-4CB8-309B-4AAB-7FEFBE38EC2E}"/>
              </a:ext>
            </a:extLst>
          </p:cNvPr>
          <p:cNvCxnSpPr>
            <a:cxnSpLocks/>
          </p:cNvCxnSpPr>
          <p:nvPr/>
        </p:nvCxnSpPr>
        <p:spPr>
          <a:xfrm flipH="1">
            <a:off x="3308296" y="3254256"/>
            <a:ext cx="2726191" cy="748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FD44792-AA3F-56EB-E721-6AC88D2F3B18}"/>
              </a:ext>
            </a:extLst>
          </p:cNvPr>
          <p:cNvCxnSpPr>
            <a:cxnSpLocks/>
          </p:cNvCxnSpPr>
          <p:nvPr/>
        </p:nvCxnSpPr>
        <p:spPr>
          <a:xfrm>
            <a:off x="3334799" y="5221763"/>
            <a:ext cx="2726191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85499A-CDBA-2AD0-3971-4CDC44F477F0}"/>
              </a:ext>
            </a:extLst>
          </p:cNvPr>
          <p:cNvSpPr txBox="1"/>
          <p:nvPr/>
        </p:nvSpPr>
        <p:spPr>
          <a:xfrm>
            <a:off x="410548" y="1161925"/>
            <a:ext cx="28892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SYN flag </a:t>
            </a:r>
            <a:r>
              <a:rPr lang="ko-KR" altLang="en-US" sz="1400" dirty="0"/>
              <a:t>세팅</a:t>
            </a:r>
            <a:br>
              <a:rPr lang="en-US" altLang="ko-KR" sz="1400" dirty="0"/>
            </a:br>
            <a:r>
              <a:rPr lang="en-US" altLang="ko-KR" sz="1400" dirty="0"/>
              <a:t>Sequence Number = </a:t>
            </a:r>
            <a:r>
              <a:rPr lang="ko-KR" altLang="en-US" sz="1400" dirty="0" err="1"/>
              <a:t>랜덤값</a:t>
            </a:r>
            <a:r>
              <a:rPr lang="en-US" altLang="ko-KR" sz="1400" dirty="0"/>
              <a:t> a</a:t>
            </a:r>
            <a:br>
              <a:rPr lang="en-US" altLang="ko-KR" sz="1400" dirty="0"/>
            </a:br>
            <a:r>
              <a:rPr lang="ko-KR" altLang="en-US" sz="1400" dirty="0"/>
              <a:t>소켓상태 </a:t>
            </a:r>
            <a:r>
              <a:rPr lang="en-US" altLang="ko-KR" sz="1400" dirty="0"/>
              <a:t>= SYN_SENT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9351D2-A1F5-D9A9-AE81-75A797E0A8C4}"/>
              </a:ext>
            </a:extLst>
          </p:cNvPr>
          <p:cNvSpPr txBox="1"/>
          <p:nvPr/>
        </p:nvSpPr>
        <p:spPr>
          <a:xfrm>
            <a:off x="6131011" y="2569001"/>
            <a:ext cx="33395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SYN flag </a:t>
            </a:r>
            <a:r>
              <a:rPr lang="ko-KR" altLang="en-US" sz="1400" dirty="0"/>
              <a:t>세팅</a:t>
            </a:r>
            <a:br>
              <a:rPr lang="en-US" altLang="ko-KR" sz="1400" dirty="0"/>
            </a:br>
            <a:r>
              <a:rPr lang="en-US" altLang="ko-KR" sz="1400" dirty="0"/>
              <a:t>Sequence Number = </a:t>
            </a:r>
            <a:r>
              <a:rPr lang="ko-KR" altLang="en-US" sz="1400" dirty="0" err="1"/>
              <a:t>랜덤값</a:t>
            </a:r>
            <a:r>
              <a:rPr lang="ko-KR" altLang="en-US" sz="1400" dirty="0"/>
              <a:t> </a:t>
            </a:r>
            <a:r>
              <a:rPr lang="en-US" altLang="ko-KR" sz="1400" dirty="0"/>
              <a:t>b</a:t>
            </a:r>
            <a:br>
              <a:rPr lang="en-US" altLang="ko-KR" sz="1400" dirty="0"/>
            </a:br>
            <a:r>
              <a:rPr lang="en-US" altLang="ko-KR" sz="1400" dirty="0"/>
              <a:t>ACK flag </a:t>
            </a:r>
            <a:r>
              <a:rPr lang="ko-KR" altLang="en-US" sz="1400" dirty="0"/>
              <a:t>세팅</a:t>
            </a:r>
            <a:br>
              <a:rPr lang="en-US" altLang="ko-KR" sz="1400" dirty="0"/>
            </a:br>
            <a:r>
              <a:rPr lang="en-US" altLang="ko-KR" sz="1400" dirty="0"/>
              <a:t>Acknowledge Number = a + 1</a:t>
            </a:r>
            <a:br>
              <a:rPr lang="en-US" altLang="ko-KR" sz="1400" dirty="0"/>
            </a:br>
            <a:r>
              <a:rPr lang="ko-KR" altLang="en-US" sz="1400" dirty="0"/>
              <a:t>소켓상태 </a:t>
            </a:r>
            <a:r>
              <a:rPr lang="en-US" altLang="ko-KR" sz="1400" dirty="0"/>
              <a:t>= SYN_RECEIVED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EA1052-7C9F-39F4-DBD3-E062795DD37C}"/>
              </a:ext>
            </a:extLst>
          </p:cNvPr>
          <p:cNvSpPr txBox="1"/>
          <p:nvPr/>
        </p:nvSpPr>
        <p:spPr>
          <a:xfrm>
            <a:off x="6149005" y="5644343"/>
            <a:ext cx="2631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소켓상태 </a:t>
            </a:r>
            <a:r>
              <a:rPr lang="en-US" altLang="ko-KR" sz="1400" dirty="0"/>
              <a:t>= ESTABLISHED</a:t>
            </a:r>
            <a:endParaRPr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03F980-F988-2400-8927-A92412E52719}"/>
              </a:ext>
            </a:extLst>
          </p:cNvPr>
          <p:cNvSpPr txBox="1"/>
          <p:nvPr/>
        </p:nvSpPr>
        <p:spPr>
          <a:xfrm>
            <a:off x="485193" y="4741211"/>
            <a:ext cx="3339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ACK flag </a:t>
            </a:r>
            <a:r>
              <a:rPr lang="ko-KR" altLang="en-US" sz="1400" dirty="0"/>
              <a:t>세팅</a:t>
            </a:r>
            <a:br>
              <a:rPr lang="en-US" altLang="ko-KR" sz="1400" dirty="0"/>
            </a:br>
            <a:r>
              <a:rPr lang="en-US" altLang="ko-KR" sz="1400" dirty="0"/>
              <a:t>Acknowledge Number = b + 1</a:t>
            </a:r>
            <a:br>
              <a:rPr lang="en-US" altLang="ko-KR" sz="1400" dirty="0"/>
            </a:br>
            <a:r>
              <a:rPr lang="ko-KR" altLang="en-US" sz="1400" dirty="0"/>
              <a:t>소켓상태 </a:t>
            </a:r>
            <a:r>
              <a:rPr lang="en-US" altLang="ko-KR" sz="1400" dirty="0"/>
              <a:t>= ESTABLISHED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4201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FB5B-9A44-78FA-C216-29B797DC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9524758A-196B-13F9-81F0-284FEA864760}"/>
              </a:ext>
            </a:extLst>
          </p:cNvPr>
          <p:cNvSpPr/>
          <p:nvPr/>
        </p:nvSpPr>
        <p:spPr>
          <a:xfrm>
            <a:off x="214604" y="298580"/>
            <a:ext cx="9843796" cy="6130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B20B742-A874-262C-9413-E564F2DD93D0}"/>
              </a:ext>
            </a:extLst>
          </p:cNvPr>
          <p:cNvCxnSpPr>
            <a:cxnSpLocks/>
          </p:cNvCxnSpPr>
          <p:nvPr/>
        </p:nvCxnSpPr>
        <p:spPr>
          <a:xfrm>
            <a:off x="3246783" y="1192363"/>
            <a:ext cx="0" cy="48725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BA7DD39-2C83-08A2-A279-00C2D74221CD}"/>
              </a:ext>
            </a:extLst>
          </p:cNvPr>
          <p:cNvCxnSpPr>
            <a:cxnSpLocks/>
          </p:cNvCxnSpPr>
          <p:nvPr/>
        </p:nvCxnSpPr>
        <p:spPr>
          <a:xfrm>
            <a:off x="6096000" y="1192363"/>
            <a:ext cx="0" cy="48725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0F2BE4-7DF7-3590-9D0A-467914E3B45C}"/>
              </a:ext>
            </a:extLst>
          </p:cNvPr>
          <p:cNvSpPr txBox="1"/>
          <p:nvPr/>
        </p:nvSpPr>
        <p:spPr>
          <a:xfrm>
            <a:off x="2471530" y="748416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클라이언트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1EE639-6C98-7B8F-6DF8-B0A4CD258A91}"/>
              </a:ext>
            </a:extLst>
          </p:cNvPr>
          <p:cNvSpPr txBox="1"/>
          <p:nvPr/>
        </p:nvSpPr>
        <p:spPr>
          <a:xfrm>
            <a:off x="5320747" y="748416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서버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25636FC-9A57-677E-DCAF-2F8D35D2F4B9}"/>
              </a:ext>
            </a:extLst>
          </p:cNvPr>
          <p:cNvCxnSpPr>
            <a:cxnSpLocks/>
          </p:cNvCxnSpPr>
          <p:nvPr/>
        </p:nvCxnSpPr>
        <p:spPr>
          <a:xfrm flipH="1">
            <a:off x="3316665" y="1427348"/>
            <a:ext cx="2686166" cy="645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FEF005E-5304-4711-B2A1-AD8C5FC397E6}"/>
              </a:ext>
            </a:extLst>
          </p:cNvPr>
          <p:cNvCxnSpPr>
            <a:cxnSpLocks/>
          </p:cNvCxnSpPr>
          <p:nvPr/>
        </p:nvCxnSpPr>
        <p:spPr>
          <a:xfrm>
            <a:off x="3299928" y="2751629"/>
            <a:ext cx="2726191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CC84646-B715-0E9B-8A38-2496D9CA1F07}"/>
              </a:ext>
            </a:extLst>
          </p:cNvPr>
          <p:cNvSpPr txBox="1"/>
          <p:nvPr/>
        </p:nvSpPr>
        <p:spPr>
          <a:xfrm>
            <a:off x="6184086" y="1192363"/>
            <a:ext cx="288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FIN flag </a:t>
            </a:r>
            <a:r>
              <a:rPr lang="ko-KR" altLang="en-US" sz="1400" dirty="0"/>
              <a:t>세팅</a:t>
            </a:r>
            <a:br>
              <a:rPr lang="en-US" altLang="ko-KR" sz="1400" dirty="0"/>
            </a:br>
            <a:r>
              <a:rPr lang="ko-KR" altLang="en-US" sz="1400" dirty="0"/>
              <a:t>소켓상태 </a:t>
            </a:r>
            <a:r>
              <a:rPr lang="en-US" altLang="ko-KR" sz="1400" dirty="0"/>
              <a:t>= FIN_WAIT_1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E0CC47-F3CA-7099-5002-FC9F089CB3E6}"/>
              </a:ext>
            </a:extLst>
          </p:cNvPr>
          <p:cNvSpPr txBox="1"/>
          <p:nvPr/>
        </p:nvSpPr>
        <p:spPr>
          <a:xfrm>
            <a:off x="1060822" y="2478787"/>
            <a:ext cx="3339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ACK flag </a:t>
            </a:r>
            <a:r>
              <a:rPr lang="ko-KR" altLang="en-US" sz="1400" dirty="0"/>
              <a:t>세팅</a:t>
            </a:r>
            <a:br>
              <a:rPr lang="en-US" altLang="ko-KR" sz="1400" dirty="0"/>
            </a:br>
            <a:r>
              <a:rPr lang="ko-KR" altLang="en-US" sz="1400" dirty="0"/>
              <a:t>소켓상태 </a:t>
            </a:r>
            <a:r>
              <a:rPr lang="en-US" altLang="ko-KR" sz="1400" dirty="0"/>
              <a:t>= CLOSE_WAIT</a:t>
            </a:r>
            <a:endParaRPr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A6734D-0128-8151-23EB-223F493409A4}"/>
              </a:ext>
            </a:extLst>
          </p:cNvPr>
          <p:cNvSpPr txBox="1"/>
          <p:nvPr/>
        </p:nvSpPr>
        <p:spPr>
          <a:xfrm>
            <a:off x="1320188" y="3707013"/>
            <a:ext cx="3339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FIN</a:t>
            </a:r>
            <a:r>
              <a:rPr lang="ko-KR" altLang="en-US" sz="1400" dirty="0"/>
              <a:t> </a:t>
            </a:r>
            <a:r>
              <a:rPr lang="en-US" altLang="ko-KR" sz="1400" dirty="0"/>
              <a:t>flag</a:t>
            </a:r>
            <a:r>
              <a:rPr lang="ko-KR" altLang="en-US" sz="1400" dirty="0"/>
              <a:t> 세팅</a:t>
            </a:r>
            <a:br>
              <a:rPr lang="en-US" altLang="ko-KR" sz="1400" dirty="0"/>
            </a:br>
            <a:r>
              <a:rPr lang="en-US" altLang="ko-KR" sz="1400" dirty="0"/>
              <a:t>ACK</a:t>
            </a:r>
            <a:r>
              <a:rPr lang="ko-KR" altLang="en-US" sz="1400" dirty="0"/>
              <a:t> </a:t>
            </a:r>
            <a:r>
              <a:rPr lang="en-US" altLang="ko-KR" sz="1400" dirty="0"/>
              <a:t>flag</a:t>
            </a:r>
            <a:r>
              <a:rPr lang="ko-KR" altLang="en-US" sz="1400" dirty="0"/>
              <a:t> 세팅</a:t>
            </a:r>
            <a:br>
              <a:rPr lang="en-US" altLang="ko-KR" sz="1400" dirty="0"/>
            </a:br>
            <a:r>
              <a:rPr lang="ko-KR" altLang="en-US" sz="1400" dirty="0"/>
              <a:t>소켓상태 </a:t>
            </a:r>
            <a:r>
              <a:rPr lang="en-US" altLang="ko-KR" sz="1400" dirty="0"/>
              <a:t>= LAST_ACK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C4469-479B-F998-D110-F59F4FA1CDBF}"/>
              </a:ext>
            </a:extLst>
          </p:cNvPr>
          <p:cNvSpPr txBox="1"/>
          <p:nvPr/>
        </p:nvSpPr>
        <p:spPr>
          <a:xfrm>
            <a:off x="6093459" y="3121223"/>
            <a:ext cx="2889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소켓상태 </a:t>
            </a:r>
            <a:r>
              <a:rPr lang="en-US" altLang="ko-KR" sz="1400" dirty="0"/>
              <a:t>= FIN_WAIT_2</a:t>
            </a:r>
            <a:endParaRPr lang="ko-KR" altLang="en-US" sz="14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2C61D76-F15F-612B-2BBD-78AE523EB4E1}"/>
              </a:ext>
            </a:extLst>
          </p:cNvPr>
          <p:cNvCxnSpPr>
            <a:cxnSpLocks/>
          </p:cNvCxnSpPr>
          <p:nvPr/>
        </p:nvCxnSpPr>
        <p:spPr>
          <a:xfrm>
            <a:off x="3307026" y="4074811"/>
            <a:ext cx="2726191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E5E5158-5AB1-5165-C131-F5FE5D2D7ADC}"/>
              </a:ext>
            </a:extLst>
          </p:cNvPr>
          <p:cNvCxnSpPr>
            <a:cxnSpLocks/>
          </p:cNvCxnSpPr>
          <p:nvPr/>
        </p:nvCxnSpPr>
        <p:spPr>
          <a:xfrm flipH="1">
            <a:off x="3327038" y="5306336"/>
            <a:ext cx="2686166" cy="645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65C82A5-0A8A-9437-0516-7BCFC48CFACB}"/>
              </a:ext>
            </a:extLst>
          </p:cNvPr>
          <p:cNvSpPr txBox="1"/>
          <p:nvPr/>
        </p:nvSpPr>
        <p:spPr>
          <a:xfrm>
            <a:off x="6106373" y="5044726"/>
            <a:ext cx="3858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ACK flag </a:t>
            </a:r>
            <a:r>
              <a:rPr lang="ko-KR" altLang="en-US" sz="1400" dirty="0"/>
              <a:t>세팅</a:t>
            </a:r>
            <a:br>
              <a:rPr lang="en-US" altLang="ko-KR" sz="1400" dirty="0"/>
            </a:br>
            <a:r>
              <a:rPr lang="ko-KR" altLang="en-US" sz="1400" dirty="0"/>
              <a:t>소켓상태 </a:t>
            </a:r>
            <a:r>
              <a:rPr lang="en-US" altLang="ko-KR" sz="1400" dirty="0"/>
              <a:t>= TIME_WAIT(</a:t>
            </a:r>
            <a:r>
              <a:rPr lang="ko-KR" altLang="en-US" sz="1400" dirty="0"/>
              <a:t>몇 초 뒤 소켓 제거됨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F0534-148C-6A61-C289-97ECDB583523}"/>
              </a:ext>
            </a:extLst>
          </p:cNvPr>
          <p:cNvSpPr txBox="1"/>
          <p:nvPr/>
        </p:nvSpPr>
        <p:spPr>
          <a:xfrm>
            <a:off x="1409721" y="5805181"/>
            <a:ext cx="33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소켓상태 </a:t>
            </a:r>
            <a:r>
              <a:rPr lang="en-US" altLang="ko-KR" sz="1400" dirty="0"/>
              <a:t>= CLOSED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0151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CBCB-8481-D3EC-E925-C7857386B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8ADE96-BB5F-F9AA-6E0B-07EAB9CD2D10}"/>
              </a:ext>
            </a:extLst>
          </p:cNvPr>
          <p:cNvSpPr/>
          <p:nvPr/>
        </p:nvSpPr>
        <p:spPr>
          <a:xfrm>
            <a:off x="434395" y="305206"/>
            <a:ext cx="8822248" cy="6130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E9DBBD9-DB14-BC9F-E178-146C19F15FF6}"/>
              </a:ext>
            </a:extLst>
          </p:cNvPr>
          <p:cNvCxnSpPr>
            <a:cxnSpLocks/>
          </p:cNvCxnSpPr>
          <p:nvPr/>
        </p:nvCxnSpPr>
        <p:spPr>
          <a:xfrm>
            <a:off x="3466574" y="1198989"/>
            <a:ext cx="0" cy="508916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791048-065E-898C-FBBA-3785B53C93F6}"/>
              </a:ext>
            </a:extLst>
          </p:cNvPr>
          <p:cNvCxnSpPr>
            <a:cxnSpLocks/>
          </p:cNvCxnSpPr>
          <p:nvPr/>
        </p:nvCxnSpPr>
        <p:spPr>
          <a:xfrm>
            <a:off x="6315791" y="1198989"/>
            <a:ext cx="0" cy="502953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188E1B1-7B22-341B-F062-3F5A5DD74045}"/>
              </a:ext>
            </a:extLst>
          </p:cNvPr>
          <p:cNvSpPr txBox="1"/>
          <p:nvPr/>
        </p:nvSpPr>
        <p:spPr>
          <a:xfrm>
            <a:off x="1853122" y="512297"/>
            <a:ext cx="322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송신측</a:t>
            </a:r>
            <a:r>
              <a:rPr lang="en-US" altLang="ko-KR" dirty="0"/>
              <a:t>TCP</a:t>
            </a:r>
            <a:br>
              <a:rPr lang="en-US" altLang="ko-KR" dirty="0"/>
            </a:br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52B9B85-9851-1A06-FE19-00553CB12526}"/>
              </a:ext>
            </a:extLst>
          </p:cNvPr>
          <p:cNvCxnSpPr>
            <a:cxnSpLocks/>
          </p:cNvCxnSpPr>
          <p:nvPr/>
        </p:nvCxnSpPr>
        <p:spPr>
          <a:xfrm>
            <a:off x="3526817" y="1485938"/>
            <a:ext cx="2726191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C7647CB-83DE-2F0B-9557-CE67752BA553}"/>
              </a:ext>
            </a:extLst>
          </p:cNvPr>
          <p:cNvSpPr txBox="1"/>
          <p:nvPr/>
        </p:nvSpPr>
        <p:spPr>
          <a:xfrm>
            <a:off x="0" y="1199010"/>
            <a:ext cx="3429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/>
              <a:t>70byte </a:t>
            </a:r>
            <a:r>
              <a:rPr lang="ko-KR" altLang="en-US" sz="1400" dirty="0"/>
              <a:t>보냄</a:t>
            </a:r>
            <a:br>
              <a:rPr lang="en-US" altLang="ko-KR" sz="1400" dirty="0"/>
            </a:br>
            <a:r>
              <a:rPr lang="ko-KR" altLang="en-US" sz="1400" dirty="0"/>
              <a:t>상대측 남은 </a:t>
            </a:r>
            <a:r>
              <a:rPr lang="en-US" altLang="ko-KR" sz="1400" dirty="0" err="1"/>
              <a:t>WindowSize</a:t>
            </a:r>
            <a:r>
              <a:rPr lang="en-US" altLang="ko-KR" sz="1400" dirty="0"/>
              <a:t> = 30byte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F7864-9EE1-55CF-2830-7FA3CBF6501D}"/>
              </a:ext>
            </a:extLst>
          </p:cNvPr>
          <p:cNvSpPr txBox="1"/>
          <p:nvPr/>
        </p:nvSpPr>
        <p:spPr>
          <a:xfrm>
            <a:off x="6309150" y="5361173"/>
            <a:ext cx="3060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ACK</a:t>
            </a:r>
            <a:r>
              <a:rPr lang="ko-KR" altLang="en-US" sz="1400" dirty="0"/>
              <a:t>로 </a:t>
            </a:r>
            <a:r>
              <a:rPr lang="en-US" altLang="ko-KR" sz="1400" dirty="0"/>
              <a:t>150byte</a:t>
            </a:r>
            <a:r>
              <a:rPr lang="ko-KR" altLang="en-US" sz="1400" dirty="0"/>
              <a:t>까지 받았다고 보냄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0D1C71-FF67-C4B2-3A53-DD0F6AB6E494}"/>
              </a:ext>
            </a:extLst>
          </p:cNvPr>
          <p:cNvCxnSpPr>
            <a:cxnSpLocks/>
          </p:cNvCxnSpPr>
          <p:nvPr/>
        </p:nvCxnSpPr>
        <p:spPr>
          <a:xfrm flipH="1">
            <a:off x="3526817" y="2431817"/>
            <a:ext cx="2686166" cy="64578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E407A63-95D0-17AF-26E9-B061B3B16797}"/>
              </a:ext>
            </a:extLst>
          </p:cNvPr>
          <p:cNvSpPr txBox="1"/>
          <p:nvPr/>
        </p:nvSpPr>
        <p:spPr>
          <a:xfrm>
            <a:off x="6313250" y="2266689"/>
            <a:ext cx="3858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ACK</a:t>
            </a:r>
            <a:r>
              <a:rPr lang="ko-KR" altLang="en-US" sz="1400" dirty="0"/>
              <a:t>로 </a:t>
            </a:r>
            <a:r>
              <a:rPr lang="en-US" altLang="ko-KR" sz="1400" dirty="0"/>
              <a:t>70byte</a:t>
            </a:r>
            <a:r>
              <a:rPr lang="ko-KR" altLang="en-US" sz="1400" dirty="0"/>
              <a:t>까지 받았다고 보냄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2BF101-1F7B-545E-9B66-A3A06D4524D3}"/>
              </a:ext>
            </a:extLst>
          </p:cNvPr>
          <p:cNvSpPr txBox="1"/>
          <p:nvPr/>
        </p:nvSpPr>
        <p:spPr>
          <a:xfrm>
            <a:off x="4712712" y="502587"/>
            <a:ext cx="32269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수신측</a:t>
            </a:r>
            <a:r>
              <a:rPr lang="en-US" altLang="ko-KR" dirty="0"/>
              <a:t>TCP</a:t>
            </a:r>
            <a:br>
              <a:rPr lang="en-US" altLang="ko-KR" dirty="0"/>
            </a:br>
            <a:r>
              <a:rPr lang="en-US" altLang="ko-KR" sz="1600" dirty="0"/>
              <a:t>Window Size = 100byte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1B866-09DA-2E1D-5A2F-B3A5248CE6B0}"/>
              </a:ext>
            </a:extLst>
          </p:cNvPr>
          <p:cNvSpPr txBox="1"/>
          <p:nvPr/>
        </p:nvSpPr>
        <p:spPr>
          <a:xfrm>
            <a:off x="-25300" y="1927879"/>
            <a:ext cx="3429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/>
              <a:t>30byte </a:t>
            </a:r>
            <a:r>
              <a:rPr lang="ko-KR" altLang="en-US" sz="1400" dirty="0"/>
              <a:t>보냄</a:t>
            </a:r>
            <a:br>
              <a:rPr lang="en-US" altLang="ko-KR" sz="1400" dirty="0"/>
            </a:br>
            <a:r>
              <a:rPr lang="ko-KR" altLang="en-US" sz="1400" dirty="0"/>
              <a:t>상대측 남은 </a:t>
            </a:r>
            <a:r>
              <a:rPr lang="en-US" altLang="ko-KR" sz="1400" dirty="0" err="1"/>
              <a:t>WindowSize</a:t>
            </a:r>
            <a:r>
              <a:rPr lang="en-US" altLang="ko-KR" sz="1400" dirty="0"/>
              <a:t> = 0byte</a:t>
            </a:r>
            <a:endParaRPr lang="ko-KR" altLang="en-US" sz="1400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0DC4434-5741-DAED-8ADD-10DF38AADAC0}"/>
              </a:ext>
            </a:extLst>
          </p:cNvPr>
          <p:cNvCxnSpPr>
            <a:cxnSpLocks/>
          </p:cNvCxnSpPr>
          <p:nvPr/>
        </p:nvCxnSpPr>
        <p:spPr>
          <a:xfrm>
            <a:off x="3528380" y="2286232"/>
            <a:ext cx="2726191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0206C2-5B8C-2CA5-D3E3-901F099EAA08}"/>
              </a:ext>
            </a:extLst>
          </p:cNvPr>
          <p:cNvSpPr txBox="1"/>
          <p:nvPr/>
        </p:nvSpPr>
        <p:spPr>
          <a:xfrm>
            <a:off x="36212" y="2923712"/>
            <a:ext cx="3429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/>
              <a:t>상대측 남은 </a:t>
            </a:r>
            <a:r>
              <a:rPr lang="en-US" altLang="ko-KR" sz="1400" dirty="0" err="1"/>
              <a:t>WindowSize</a:t>
            </a:r>
            <a:r>
              <a:rPr lang="en-US" altLang="ko-KR" sz="1400" dirty="0"/>
              <a:t> = 70byte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86BCA-23E1-AF39-F682-47047BE8F437}"/>
              </a:ext>
            </a:extLst>
          </p:cNvPr>
          <p:cNvSpPr txBox="1"/>
          <p:nvPr/>
        </p:nvSpPr>
        <p:spPr>
          <a:xfrm>
            <a:off x="18741" y="3609506"/>
            <a:ext cx="3429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/>
              <a:t>20byte </a:t>
            </a:r>
            <a:r>
              <a:rPr lang="ko-KR" altLang="en-US" sz="1400" dirty="0"/>
              <a:t>보냄</a:t>
            </a:r>
            <a:br>
              <a:rPr lang="en-US" altLang="ko-KR" sz="1400" dirty="0"/>
            </a:br>
            <a:r>
              <a:rPr lang="ko-KR" altLang="en-US" sz="1400" dirty="0"/>
              <a:t>상대측 남은 </a:t>
            </a:r>
            <a:r>
              <a:rPr lang="en-US" altLang="ko-KR" sz="1400" dirty="0" err="1"/>
              <a:t>WindowSize</a:t>
            </a:r>
            <a:r>
              <a:rPr lang="en-US" altLang="ko-KR" sz="1400" dirty="0"/>
              <a:t> = 50byte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71A6A-EDA9-93AD-58E4-105D852F740F}"/>
              </a:ext>
            </a:extLst>
          </p:cNvPr>
          <p:cNvSpPr txBox="1"/>
          <p:nvPr/>
        </p:nvSpPr>
        <p:spPr>
          <a:xfrm>
            <a:off x="-25301" y="4310233"/>
            <a:ext cx="3429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/>
              <a:t>30byte </a:t>
            </a:r>
            <a:r>
              <a:rPr lang="ko-KR" altLang="en-US" sz="1400" dirty="0"/>
              <a:t>보냄</a:t>
            </a:r>
            <a:br>
              <a:rPr lang="en-US" altLang="ko-KR" sz="1400" dirty="0"/>
            </a:br>
            <a:r>
              <a:rPr lang="ko-KR" altLang="en-US" sz="1400" dirty="0"/>
              <a:t>상대측 남은 </a:t>
            </a:r>
            <a:r>
              <a:rPr lang="en-US" altLang="ko-KR" sz="1400" dirty="0" err="1"/>
              <a:t>WindowSize</a:t>
            </a:r>
            <a:r>
              <a:rPr lang="en-US" altLang="ko-KR" sz="1400" dirty="0"/>
              <a:t> = 20byte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49E238-A8C1-2FD2-471A-4BD594CD6201}"/>
              </a:ext>
            </a:extLst>
          </p:cNvPr>
          <p:cNvSpPr txBox="1"/>
          <p:nvPr/>
        </p:nvSpPr>
        <p:spPr>
          <a:xfrm>
            <a:off x="-25302" y="5022462"/>
            <a:ext cx="3429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/>
              <a:t>20byte </a:t>
            </a:r>
            <a:r>
              <a:rPr lang="ko-KR" altLang="en-US" sz="1400" dirty="0"/>
              <a:t>보냄</a:t>
            </a:r>
            <a:br>
              <a:rPr lang="en-US" altLang="ko-KR" sz="1400" dirty="0"/>
            </a:br>
            <a:r>
              <a:rPr lang="ko-KR" altLang="en-US" sz="1400" dirty="0"/>
              <a:t>상대측 남은 </a:t>
            </a:r>
            <a:r>
              <a:rPr lang="en-US" altLang="ko-KR" sz="1400" dirty="0" err="1"/>
              <a:t>WindowSize</a:t>
            </a:r>
            <a:r>
              <a:rPr lang="en-US" altLang="ko-KR" sz="1400" dirty="0"/>
              <a:t> = 0byte</a:t>
            </a:r>
            <a:endParaRPr lang="ko-KR" altLang="en-US" sz="140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5DE5052-2BDD-4D7E-9954-E526DACC0DE3}"/>
              </a:ext>
            </a:extLst>
          </p:cNvPr>
          <p:cNvCxnSpPr>
            <a:cxnSpLocks/>
          </p:cNvCxnSpPr>
          <p:nvPr/>
        </p:nvCxnSpPr>
        <p:spPr>
          <a:xfrm>
            <a:off x="3524768" y="3891806"/>
            <a:ext cx="2726191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80E3F4E-9D79-0CB7-EE38-B7BDA0591893}"/>
              </a:ext>
            </a:extLst>
          </p:cNvPr>
          <p:cNvCxnSpPr>
            <a:cxnSpLocks/>
          </p:cNvCxnSpPr>
          <p:nvPr/>
        </p:nvCxnSpPr>
        <p:spPr>
          <a:xfrm>
            <a:off x="3524768" y="4587143"/>
            <a:ext cx="2726191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4E914E3-B9FD-818A-EA70-EA07E460778B}"/>
              </a:ext>
            </a:extLst>
          </p:cNvPr>
          <p:cNvCxnSpPr>
            <a:cxnSpLocks/>
          </p:cNvCxnSpPr>
          <p:nvPr/>
        </p:nvCxnSpPr>
        <p:spPr>
          <a:xfrm>
            <a:off x="3546829" y="5307644"/>
            <a:ext cx="2726191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A369FB4-AE50-3142-13DD-D1E73104D731}"/>
              </a:ext>
            </a:extLst>
          </p:cNvPr>
          <p:cNvCxnSpPr>
            <a:cxnSpLocks/>
          </p:cNvCxnSpPr>
          <p:nvPr/>
        </p:nvCxnSpPr>
        <p:spPr>
          <a:xfrm flipH="1">
            <a:off x="3544780" y="5501384"/>
            <a:ext cx="2686166" cy="64578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A7D74FB-BFC5-C066-6A55-F5771F885290}"/>
              </a:ext>
            </a:extLst>
          </p:cNvPr>
          <p:cNvSpPr txBox="1"/>
          <p:nvPr/>
        </p:nvSpPr>
        <p:spPr>
          <a:xfrm>
            <a:off x="-13921" y="5991860"/>
            <a:ext cx="3429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/>
              <a:t>상대측 남은 </a:t>
            </a:r>
            <a:r>
              <a:rPr lang="en-US" altLang="ko-KR" sz="1400" dirty="0" err="1"/>
              <a:t>WindowSize</a:t>
            </a:r>
            <a:r>
              <a:rPr lang="en-US" altLang="ko-KR" sz="1400" dirty="0"/>
              <a:t> = 80byte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46887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193</Words>
  <Application>Microsoft Office PowerPoint</Application>
  <PresentationFormat>와이드스크린</PresentationFormat>
  <Paragraphs>25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형섭 김</dc:creator>
  <cp:lastModifiedBy>형섭 김</cp:lastModifiedBy>
  <cp:revision>5</cp:revision>
  <dcterms:created xsi:type="dcterms:W3CDTF">2026-02-19T08:52:12Z</dcterms:created>
  <dcterms:modified xsi:type="dcterms:W3CDTF">2026-02-19T12:40:45Z</dcterms:modified>
</cp:coreProperties>
</file>